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4.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 id="2147483696" r:id="rId5"/>
    <p:sldMasterId id="2147483708" r:id="rId6"/>
    <p:sldMasterId id="2147483720" r:id="rId7"/>
  </p:sldMasterIdLst>
  <p:sldIdLst>
    <p:sldId id="364" r:id="rId33"/>
    <p:sldId id="365" r:id="rId34"/>
    <p:sldId id="366" r:id="rId35"/>
    <p:sldId id="367" r:id="rId36"/>
    <p:sldId id="368" r:id="rId37"/>
    <p:sldId id="369" r:id="rId38"/>
    <p:sldId id="370" r:id="rId39"/>
    <p:sldId id="371" r:id="rId40"/>
    <p:sldId id="372" r:id="rId41"/>
    <p:sldId id="373" r:id="rId42"/>
    <p:sldId id="374" r:id="rId43"/>
    <p:sldId id="375" r:id="rId44"/>
    <p:sldId id="376" r:id="rId45"/>
    <p:sldId id="377" r:id="rId46"/>
    <p:sldId id="378" r:id="rId47"/>
    <p:sldId id="379" r:id="rId48"/>
    <p:sldId id="380" r:id="rId49"/>
    <p:sldId id="381" r:id="rId50"/>
    <p:sldId id="382" r:id="rId51"/>
    <p:sldId id="383"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3" autoAdjust="0"/>
    <p:restoredTop sz="94660"/>
  </p:normalViewPr>
  <p:slideViewPr>
    <p:cSldViewPr snapToGrid="0">
      <p:cViewPr varScale="1">
        <p:scale>
          <a:sx n="106" d="100"/>
          <a:sy n="106" d="100"/>
        </p:scale>
        <p:origin x="106" y="3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defRPr sz="1600">
                <a:solidFill>
                  <a:srgbClr val="E8E4DC"/>
                </a:solidFill>
                <a:latin typeface="Georgia"/>
              </a:defRPr>
            </a:pPr>
            <a:r>
              <a:rPr lang="en-US" sz="1600" dirty="0">
                <a:solidFill>
                  <a:srgbClr val="E8E4DC"/>
                </a:solidFill>
                <a:latin typeface="Georgia"/>
              </a:rPr>
              <a:t>Sample Data Visualization</a:t>
            </a:r>
          </a:p>
        </c:rich>
      </c:tx>
      <c:overlay val="0"/>
    </c:title>
    <c:autoTitleDeleted val="0"/>
    <c:plotArea>
      <c:layout/>
      <c:barChart>
        <c:barDir val="col"/>
        <c:grouping val="clustered"/>
        <c:varyColors val="1"/>
        <c:ser>
          <c:idx val="0"/>
          <c:order val="0"/>
          <c:tx>
            <c:v>Series A</c:v>
          </c:tx>
          <c:spPr>
            <a:solidFill>
              <a:srgbClr val="FFD700"/>
            </a:solidFill>
            <a:ln>
              <a:noFill/>
            </a:ln>
          </c:spPr>
          <c:invertIfNegative val="1"/>
          <c:dLbls>
            <c:numFmt formatCode="#,##0" sourceLinked="0"/>
            <c:spPr>
              <a:noFill/>
              <a:ln>
                <a:noFill/>
              </a:ln>
              <a:effectLst/>
            </c:spPr>
            <c:txPr>
              <a:bodyPr/>
              <a:lstStyle/>
              <a:p>
                <a:pPr>
                  <a:defRPr sz="1400">
                    <a:solidFill>
                      <a:srgbClr val="E8E4DC"/>
                    </a:solidFill>
                    <a:latin typeface="Georgia"/>
                  </a:defRPr>
                </a:pPr>
                <a:endParaRPr lang="en-US"/>
              </a:p>
            </c:txPr>
            <c:dLblPos val="outEnd"/>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5"/>
              <c:pt idx="0">
                <c:v>2021</c:v>
              </c:pt>
              <c:pt idx="1">
                <c:v>2022</c:v>
              </c:pt>
              <c:pt idx="2">
                <c:v>2023</c:v>
              </c:pt>
              <c:pt idx="3">
                <c:v>2024</c:v>
              </c:pt>
              <c:pt idx="4">
                <c:v>2025</c:v>
              </c:pt>
            </c:strLit>
          </c:cat>
          <c:val>
            <c:numLit>
              <c:formatCode>General</c:formatCode>
              <c:ptCount val="5"/>
              <c:pt idx="0">
                <c:v>120</c:v>
              </c:pt>
              <c:pt idx="1">
                <c:v>185</c:v>
              </c:pt>
              <c:pt idx="2">
                <c:v>240</c:v>
              </c:pt>
              <c:pt idx="3">
                <c:v>310</c:v>
              </c:pt>
              <c:pt idx="4">
                <c:v>425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A0A7-4E79-802E-DF388484AD1F}"/>
            </c:ext>
          </c:extLst>
        </c:ser>
        <c:ser>
          <c:idx val="1"/>
          <c:order val="1"/>
          <c:tx>
            <c:v>Series B</c:v>
          </c:tx>
          <c:spPr>
            <a:solidFill>
              <a:srgbClr val="C9A84C"/>
            </a:solidFill>
            <a:ln>
              <a:noFill/>
            </a:ln>
          </c:spPr>
          <c:invertIfNegative val="1"/>
          <c:dLbls>
            <c:numFmt formatCode="#,##0" sourceLinked="0"/>
            <c:spPr>
              <a:noFill/>
              <a:ln>
                <a:noFill/>
              </a:ln>
              <a:effectLst/>
            </c:spPr>
            <c:txPr>
              <a:bodyPr/>
              <a:lstStyle/>
              <a:p>
                <a:pPr>
                  <a:defRPr sz="1400">
                    <a:solidFill>
                      <a:srgbClr val="E8E4DC"/>
                    </a:solidFill>
                    <a:latin typeface="Georgia"/>
                  </a:defRPr>
                </a:pPr>
                <a:endParaRPr lang="en-US"/>
              </a:p>
            </c:txPr>
            <c:dLblPos val="outEnd"/>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5"/>
              <c:pt idx="0">
                <c:v>2021</c:v>
              </c:pt>
              <c:pt idx="1">
                <c:v>2022</c:v>
              </c:pt>
              <c:pt idx="2">
                <c:v>2023</c:v>
              </c:pt>
              <c:pt idx="3">
                <c:v>2024</c:v>
              </c:pt>
              <c:pt idx="4">
                <c:v>2025</c:v>
              </c:pt>
            </c:strLit>
          </c:cat>
          <c:val>
            <c:numLit>
              <c:formatCode>General</c:formatCode>
              <c:ptCount val="5"/>
              <c:pt idx="0">
                <c:v>80</c:v>
              </c:pt>
              <c:pt idx="1">
                <c:v>110</c:v>
              </c:pt>
              <c:pt idx="2">
                <c:v>150</c:v>
              </c:pt>
              <c:pt idx="3">
                <c:v>200</c:v>
              </c:pt>
              <c:pt idx="4">
                <c:v>280</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A0A7-4E79-802E-DF388484AD1F}"/>
            </c:ext>
          </c:extLst>
        </c:ser>
        <c:dLbls>
          <c:showLegendKey val="0"/>
          <c:showVal val="0"/>
          <c:showCatName val="0"/>
          <c:showSerName val="0"/>
          <c:showPercent val="0"/>
          <c:showBubbleSize val="0"/>
        </c:dLbls>
        <c:gapWidth val="150"/>
        <c:axId val="1"/>
        <c:axId val="2"/>
      </c:barChart>
      <c:catAx>
        <c:axId val="1"/>
        <c:scaling>
          <c:orientation val="minMax"/>
        </c:scaling>
        <c:delete val="0"/>
        <c:axPos val="b"/>
        <c:numFmt formatCode="General" sourceLinked="0"/>
        <c:majorTickMark val="none"/>
        <c:minorTickMark val="none"/>
        <c:tickLblPos val="nextTo"/>
        <c:spPr>
          <a:ln>
            <a:solidFill>
              <a:srgbClr val="5A5650"/>
            </a:solidFill>
          </a:ln>
        </c:spPr>
        <c:txPr>
          <a:bodyPr/>
          <a:lstStyle/>
          <a:p>
            <a:pPr>
              <a:defRPr sz="1400">
                <a:solidFill>
                  <a:srgbClr val="8A857D"/>
                </a:solidFill>
                <a:latin typeface="Georgia"/>
              </a:defRPr>
            </a:pPr>
            <a:endParaRPr lang="en-US"/>
          </a:p>
        </c:txPr>
        <c:crossAx val="2"/>
        <c:crosses val="autoZero"/>
        <c:auto val="1"/>
        <c:lblAlgn val="ctr"/>
        <c:lblOffset val="100"/>
        <c:noMultiLvlLbl val="1"/>
      </c:catAx>
      <c:valAx>
        <c:axId val="2"/>
        <c:scaling>
          <c:orientation val="minMax"/>
        </c:scaling>
        <c:delete val="0"/>
        <c:axPos val="l"/>
        <c:majorGridlines>
          <c:spPr>
            <a:ln w="6350">
              <a:solidFill>
                <a:srgbClr val="5A5650">
                  <a:alpha val="30000"/>
                </a:srgbClr>
              </a:solidFill>
            </a:ln>
          </c:spPr>
        </c:majorGridlines>
        <c:numFmt formatCode="General" sourceLinked="1"/>
        <c:majorTickMark val="out"/>
        <c:minorTickMark val="none"/>
        <c:tickLblPos val="nextTo"/>
        <c:spPr>
          <a:ln>
            <a:solidFill>
              <a:srgbClr val="5A5650"/>
            </a:solidFill>
          </a:ln>
        </c:spPr>
        <c:txPr>
          <a:bodyPr/>
          <a:lstStyle/>
          <a:p>
            <a:pPr>
              <a:defRPr sz="1400">
                <a:solidFill>
                  <a:srgbClr val="8A857D"/>
                </a:solidFill>
                <a:latin typeface="Georgia"/>
              </a:defRPr>
            </a:pPr>
            <a:endParaRPr lang="en-US"/>
          </a:p>
        </c:txPr>
        <c:crossAx val="1"/>
        <c:crosses val="autoZero"/>
        <c:crossBetween val="between"/>
      </c:valAx>
      <c:spPr>
        <a:noFill/>
      </c:spPr>
    </c:plotArea>
    <c:legend>
      <c:legendPos val="t"/>
      <c:overlay val="0"/>
      <c:txPr>
        <a:bodyPr/>
        <a:lstStyle/>
        <a:p>
          <a:pPr>
            <a:defRPr sz="1400">
              <a:solidFill>
                <a:srgbClr val="8A857D"/>
              </a:solidFill>
              <a:latin typeface="Georgia"/>
            </a:defRPr>
          </a:pPr>
          <a:endParaRPr lang="en-US"/>
        </a:p>
      </c:txPr>
    </c:legend>
    <c:plotVisOnly val="1"/>
    <c:dispBlanksAs val="zero"/>
    <c:showDLblsOverMax val="1"/>
  </c:chart>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394F-61DD-81BA-C13A-2981423A53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951DB8-3EE5-8621-6873-6EB149557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061533-8D93-5A10-9049-803EA1A96F3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C87993BB-B22E-3D14-BE4C-B07218D98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30DF5-3BBA-266F-E73A-30798C43BC7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231797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2CD9-28BE-908B-DC8C-F7BA0F8A4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656F8-C078-167F-5BF6-70E8334AF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D94FE-D949-AABF-6062-2D1123446E5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1822ED7A-F207-66A3-B832-C70004B0E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9EE05-2BDC-4259-4679-1F87677E5CD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804424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7684-B75B-1B9D-A45D-E737476E3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1BC58-C796-DFB1-1325-300753F74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A9A1D-27FB-DB48-AD9A-DB8A98B885A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42C481CA-52EF-4113-6654-94503F118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0DAAA-A6DC-8A49-B8C4-956560F82D87}"/>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303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EA83-6763-B2C2-8082-904B1BEF8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74F77-A594-E1E2-0285-30D7FA0FC3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5EDE93-2935-21F8-B9E4-DB29D1931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D6C639-3B15-B9C0-0115-42C48826B874}"/>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8F1EB931-172A-C156-5760-98FE06824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42B0E-975E-DCAF-2F41-53A29E841BD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49288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3C64-EAD1-CF2A-0DE1-F840666C49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6C9D7-2719-B2E9-CD35-CBAB61BD1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D8CDA4-F12A-E595-E141-992D63C4F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8D5EC1-72AB-E2B8-608D-2E019D9C12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4F938-31D9-8CC8-4D7F-18C12DA89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FCB04-D3A1-C997-8CA2-FDA8D1BA7C4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8" name="Footer Placeholder 7">
            <a:extLst>
              <a:ext uri="{FF2B5EF4-FFF2-40B4-BE49-F238E27FC236}">
                <a16:creationId xmlns:a16="http://schemas.microsoft.com/office/drawing/2014/main" id="{517900F0-B11A-76E2-69AD-5AF5C93C8C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5A8C9E-BBB8-2B51-C0F7-74DBF4D0D00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580087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D786-5138-8E4B-8904-628B7D6C6F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AECB24-0BA0-88EF-CD67-196200DC07B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4" name="Footer Placeholder 3">
            <a:extLst>
              <a:ext uri="{FF2B5EF4-FFF2-40B4-BE49-F238E27FC236}">
                <a16:creationId xmlns:a16="http://schemas.microsoft.com/office/drawing/2014/main" id="{20DA9BC9-C759-9CF7-C635-6E5E00BF2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8F3FFA-C68E-A9EE-6D18-DEA688C7954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994447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0141C-5FFA-952A-5E02-E079CC2AF989}"/>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3" name="Footer Placeholder 2">
            <a:extLst>
              <a:ext uri="{FF2B5EF4-FFF2-40B4-BE49-F238E27FC236}">
                <a16:creationId xmlns:a16="http://schemas.microsoft.com/office/drawing/2014/main" id="{CAA0B637-78D8-54C6-C812-25CF426918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3C5E36-3E6A-700F-11F0-D352A81F0742}"/>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376081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8C72-0883-02D3-D743-A300487D8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24FC99-D0B0-8F2A-DB50-14D8838D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191D1A-5214-51D2-7062-2FCA38FE6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C8E5B-98B9-4DC9-B3D6-9FA61381228C}"/>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F14C5139-F53B-8FDD-4E02-8102F6FC16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66A4B-7F54-B0CA-B7F7-C4BD219D6D5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6805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58BB9-FF12-B9F6-3312-18EFEBBA4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BCDAD-14EB-E191-C319-A46D82857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9EB97-B9C1-9E4A-3CC2-4DAE90900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00273-E2D3-5EF1-C328-8891236EB9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940BF000-1C28-61E4-8849-280C8D905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B0310-55FE-C5B3-54D8-6DF393D2480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299199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6F6-F589-020B-71C5-D8205B9B44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DADA86-EE82-9023-7A47-19857D2CE4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96B42-34D1-FBA4-C1E9-451004994037}"/>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E2D52146-CF0F-98B5-94D2-6DCA7CD3A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7B385-6818-E67C-66A5-E3C4501338C6}"/>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28220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1508D-41D8-2631-B05C-C615B1B34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CEF1A-3EE5-8543-D910-F06F6BFA2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6FBC5-5452-F695-EE9C-34363D622C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660CA1FB-C0A3-EF88-0EE2-C9AD84436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D8607-4391-E25D-3B8A-3EBEE354B5E1}"/>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387799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394F-61DD-81BA-C13A-2981423A53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951DB8-3EE5-8621-6873-6EB149557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061533-8D93-5A10-9049-803EA1A96F3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C87993BB-B22E-3D14-BE4C-B07218D98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30DF5-3BBA-266F-E73A-30798C43BC7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2317973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2CD9-28BE-908B-DC8C-F7BA0F8A4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656F8-C078-167F-5BF6-70E8334AF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D94FE-D949-AABF-6062-2D1123446E5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1822ED7A-F207-66A3-B832-C70004B0E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9EE05-2BDC-4259-4679-1F87677E5CD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804424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7684-B75B-1B9D-A45D-E737476E3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1BC58-C796-DFB1-1325-300753F74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A9A1D-27FB-DB48-AD9A-DB8A98B885A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42C481CA-52EF-4113-6654-94503F118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0DAAA-A6DC-8A49-B8C4-956560F82D87}"/>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303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EA83-6763-B2C2-8082-904B1BEF8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74F77-A594-E1E2-0285-30D7FA0FC3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5EDE93-2935-21F8-B9E4-DB29D1931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D6C639-3B15-B9C0-0115-42C48826B874}"/>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8F1EB931-172A-C156-5760-98FE06824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42B0E-975E-DCAF-2F41-53A29E841BD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49288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3C64-EAD1-CF2A-0DE1-F840666C49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6C9D7-2719-B2E9-CD35-CBAB61BD1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D8CDA4-F12A-E595-E141-992D63C4F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8D5EC1-72AB-E2B8-608D-2E019D9C12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4F938-31D9-8CC8-4D7F-18C12DA89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FCB04-D3A1-C997-8CA2-FDA8D1BA7C4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8" name="Footer Placeholder 7">
            <a:extLst>
              <a:ext uri="{FF2B5EF4-FFF2-40B4-BE49-F238E27FC236}">
                <a16:creationId xmlns:a16="http://schemas.microsoft.com/office/drawing/2014/main" id="{517900F0-B11A-76E2-69AD-5AF5C93C8C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5A8C9E-BBB8-2B51-C0F7-74DBF4D0D00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5800871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D786-5138-8E4B-8904-628B7D6C6F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AECB24-0BA0-88EF-CD67-196200DC07B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4" name="Footer Placeholder 3">
            <a:extLst>
              <a:ext uri="{FF2B5EF4-FFF2-40B4-BE49-F238E27FC236}">
                <a16:creationId xmlns:a16="http://schemas.microsoft.com/office/drawing/2014/main" id="{20DA9BC9-C759-9CF7-C635-6E5E00BF2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8F3FFA-C68E-A9EE-6D18-DEA688C7954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9944471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00000">
            <a:alpha val="100000"/>
          </a:srgb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0141C-5FFA-952A-5E02-E079CC2AF989}"/>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3" name="Footer Placeholder 2">
            <a:extLst>
              <a:ext uri="{FF2B5EF4-FFF2-40B4-BE49-F238E27FC236}">
                <a16:creationId xmlns:a16="http://schemas.microsoft.com/office/drawing/2014/main" id="{CAA0B637-78D8-54C6-C812-25CF426918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3C5E36-3E6A-700F-11F0-D352A81F0742}"/>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3760811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8C72-0883-02D3-D743-A300487D8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24FC99-D0B0-8F2A-DB50-14D8838D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191D1A-5214-51D2-7062-2FCA38FE6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C8E5B-98B9-4DC9-B3D6-9FA61381228C}"/>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F14C5139-F53B-8FDD-4E02-8102F6FC16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66A4B-7F54-B0CA-B7F7-C4BD219D6D5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6805853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58BB9-FF12-B9F6-3312-18EFEBBA4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BCDAD-14EB-E191-C319-A46D82857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9EB97-B9C1-9E4A-3CC2-4DAE90900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00273-E2D3-5EF1-C328-8891236EB9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940BF000-1C28-61E4-8849-280C8D905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B0310-55FE-C5B3-54D8-6DF393D2480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2991995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6F6-F589-020B-71C5-D8205B9B44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DADA86-EE82-9023-7A47-19857D2CE4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96B42-34D1-FBA4-C1E9-451004994037}"/>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E2D52146-CF0F-98B5-94D2-6DCA7CD3A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7B385-6818-E67C-66A5-E3C4501338C6}"/>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28220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000000">
            <a:alpha val="100000"/>
          </a:srgbClr>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1508D-41D8-2631-B05C-C615B1B34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CEF1A-3EE5-8543-D910-F06F6BFA2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6FBC5-5452-F695-EE9C-34363D622C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660CA1FB-C0A3-EF88-0EE2-C9AD84436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D8607-4391-E25D-3B8A-3EBEE354B5E1}"/>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387799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394F-61DD-81BA-C13A-2981423A53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951DB8-3EE5-8621-6873-6EB149557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061533-8D93-5A10-9049-803EA1A96F3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C87993BB-B22E-3D14-BE4C-B07218D98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30DF5-3BBA-266F-E73A-30798C43BC7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2317973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2CD9-28BE-908B-DC8C-F7BA0F8A4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656F8-C078-167F-5BF6-70E8334AF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D94FE-D949-AABF-6062-2D1123446E5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1822ED7A-F207-66A3-B832-C70004B0E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9EE05-2BDC-4259-4679-1F87677E5CD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804424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7684-B75B-1B9D-A45D-E737476E3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1BC58-C796-DFB1-1325-300753F74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A9A1D-27FB-DB48-AD9A-DB8A98B885A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42C481CA-52EF-4113-6654-94503F118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0DAAA-A6DC-8A49-B8C4-956560F82D87}"/>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303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EA83-6763-B2C2-8082-904B1BEF8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74F77-A594-E1E2-0285-30D7FA0FC3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5EDE93-2935-21F8-B9E4-DB29D1931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D6C639-3B15-B9C0-0115-42C48826B874}"/>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8F1EB931-172A-C156-5760-98FE06824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42B0E-975E-DCAF-2F41-53A29E841BD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492885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3C64-EAD1-CF2A-0DE1-F840666C49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6C9D7-2719-B2E9-CD35-CBAB61BD1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D8CDA4-F12A-E595-E141-992D63C4F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8D5EC1-72AB-E2B8-608D-2E019D9C12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4F938-31D9-8CC8-4D7F-18C12DA89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FCB04-D3A1-C997-8CA2-FDA8D1BA7C4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8" name="Footer Placeholder 7">
            <a:extLst>
              <a:ext uri="{FF2B5EF4-FFF2-40B4-BE49-F238E27FC236}">
                <a16:creationId xmlns:a16="http://schemas.microsoft.com/office/drawing/2014/main" id="{517900F0-B11A-76E2-69AD-5AF5C93C8C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5A8C9E-BBB8-2B51-C0F7-74DBF4D0D00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580087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D786-5138-8E4B-8904-628B7D6C6F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AECB24-0BA0-88EF-CD67-196200DC07B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4" name="Footer Placeholder 3">
            <a:extLst>
              <a:ext uri="{FF2B5EF4-FFF2-40B4-BE49-F238E27FC236}">
                <a16:creationId xmlns:a16="http://schemas.microsoft.com/office/drawing/2014/main" id="{20DA9BC9-C759-9CF7-C635-6E5E00BF2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8F3FFA-C68E-A9EE-6D18-DEA688C7954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9944471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00000">
            <a:alpha val="100000"/>
          </a:srgb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0141C-5FFA-952A-5E02-E079CC2AF989}"/>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3" name="Footer Placeholder 2">
            <a:extLst>
              <a:ext uri="{FF2B5EF4-FFF2-40B4-BE49-F238E27FC236}">
                <a16:creationId xmlns:a16="http://schemas.microsoft.com/office/drawing/2014/main" id="{CAA0B637-78D8-54C6-C812-25CF426918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3C5E36-3E6A-700F-11F0-D352A81F0742}"/>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3760811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8C72-0883-02D3-D743-A300487D8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24FC99-D0B0-8F2A-DB50-14D8838D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191D1A-5214-51D2-7062-2FCA38FE6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C8E5B-98B9-4DC9-B3D6-9FA61381228C}"/>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F14C5139-F53B-8FDD-4E02-8102F6FC16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66A4B-7F54-B0CA-B7F7-C4BD219D6D5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6805853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58BB9-FF12-B9F6-3312-18EFEBBA4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BCDAD-14EB-E191-C319-A46D82857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9EB97-B9C1-9E4A-3CC2-4DAE90900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00273-E2D3-5EF1-C328-8891236EB9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940BF000-1C28-61E4-8849-280C8D905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B0310-55FE-C5B3-54D8-6DF393D2480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2991995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6F6-F589-020B-71C5-D8205B9B44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DADA86-EE82-9023-7A47-19857D2CE4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96B42-34D1-FBA4-C1E9-451004994037}"/>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E2D52146-CF0F-98B5-94D2-6DCA7CD3A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7B385-6818-E67C-66A5-E3C4501338C6}"/>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282200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000000">
            <a:alpha val="100000"/>
          </a:srgbClr>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1508D-41D8-2631-B05C-C615B1B34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CEF1A-3EE5-8543-D910-F06F6BFA2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6FBC5-5452-F695-EE9C-34363D622C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660CA1FB-C0A3-EF88-0EE2-C9AD84436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D8607-4391-E25D-3B8A-3EBEE354B5E1}"/>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387799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394F-61DD-81BA-C13A-2981423A53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951DB8-3EE5-8621-6873-6EB149557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061533-8D93-5A10-9049-803EA1A96F3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C87993BB-B22E-3D14-BE4C-B07218D98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30DF5-3BBA-266F-E73A-30798C43BC7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2317973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2CD9-28BE-908B-DC8C-F7BA0F8A4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656F8-C078-167F-5BF6-70E8334AF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D94FE-D949-AABF-6062-2D1123446E5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1822ED7A-F207-66A3-B832-C70004B0E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9EE05-2BDC-4259-4679-1F87677E5CD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8044240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7684-B75B-1B9D-A45D-E737476E3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1BC58-C796-DFB1-1325-300753F74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A9A1D-27FB-DB48-AD9A-DB8A98B885A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42C481CA-52EF-4113-6654-94503F118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0DAAA-A6DC-8A49-B8C4-956560F82D87}"/>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3034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EA83-6763-B2C2-8082-904B1BEF8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74F77-A594-E1E2-0285-30D7FA0FC3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5EDE93-2935-21F8-B9E4-DB29D1931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D6C639-3B15-B9C0-0115-42C48826B874}"/>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8F1EB931-172A-C156-5760-98FE06824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42B0E-975E-DCAF-2F41-53A29E841BD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492885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3C64-EAD1-CF2A-0DE1-F840666C49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6C9D7-2719-B2E9-CD35-CBAB61BD1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D8CDA4-F12A-E595-E141-992D63C4F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8D5EC1-72AB-E2B8-608D-2E019D9C12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4F938-31D9-8CC8-4D7F-18C12DA89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FCB04-D3A1-C997-8CA2-FDA8D1BA7C4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8" name="Footer Placeholder 7">
            <a:extLst>
              <a:ext uri="{FF2B5EF4-FFF2-40B4-BE49-F238E27FC236}">
                <a16:creationId xmlns:a16="http://schemas.microsoft.com/office/drawing/2014/main" id="{517900F0-B11A-76E2-69AD-5AF5C93C8C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5A8C9E-BBB8-2B51-C0F7-74DBF4D0D00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5800871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D786-5138-8E4B-8904-628B7D6C6F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AECB24-0BA0-88EF-CD67-196200DC07B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4" name="Footer Placeholder 3">
            <a:extLst>
              <a:ext uri="{FF2B5EF4-FFF2-40B4-BE49-F238E27FC236}">
                <a16:creationId xmlns:a16="http://schemas.microsoft.com/office/drawing/2014/main" id="{20DA9BC9-C759-9CF7-C635-6E5E00BF2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8F3FFA-C68E-A9EE-6D18-DEA688C7954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9944471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00000">
            <a:alpha val="100000"/>
          </a:srgb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0141C-5FFA-952A-5E02-E079CC2AF989}"/>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3" name="Footer Placeholder 2">
            <a:extLst>
              <a:ext uri="{FF2B5EF4-FFF2-40B4-BE49-F238E27FC236}">
                <a16:creationId xmlns:a16="http://schemas.microsoft.com/office/drawing/2014/main" id="{CAA0B637-78D8-54C6-C812-25CF426918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3C5E36-3E6A-700F-11F0-D352A81F0742}"/>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3760811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8C72-0883-02D3-D743-A300487D8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24FC99-D0B0-8F2A-DB50-14D8838D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191D1A-5214-51D2-7062-2FCA38FE6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C8E5B-98B9-4DC9-B3D6-9FA61381228C}"/>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F14C5139-F53B-8FDD-4E02-8102F6FC16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66A4B-7F54-B0CA-B7F7-C4BD219D6D5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6805853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58BB9-FF12-B9F6-3312-18EFEBBA4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BCDAD-14EB-E191-C319-A46D82857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9EB97-B9C1-9E4A-3CC2-4DAE90900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00273-E2D3-5EF1-C328-8891236EB9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940BF000-1C28-61E4-8849-280C8D905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B0310-55FE-C5B3-54D8-6DF393D2480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2991995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6F6-F589-020B-71C5-D8205B9B44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DADA86-EE82-9023-7A47-19857D2CE4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96B42-34D1-FBA4-C1E9-451004994037}"/>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E2D52146-CF0F-98B5-94D2-6DCA7CD3A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7B385-6818-E67C-66A5-E3C4501338C6}"/>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2822004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000000">
            <a:alpha val="100000"/>
          </a:srgbClr>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1508D-41D8-2631-B05C-C615B1B34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CEF1A-3EE5-8543-D910-F06F6BFA2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6FBC5-5452-F695-EE9C-34363D622C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660CA1FB-C0A3-EF88-0EE2-C9AD84436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D8607-4391-E25D-3B8A-3EBEE354B5E1}"/>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3877998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394F-61DD-81BA-C13A-2981423A53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951DB8-3EE5-8621-6873-6EB149557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061533-8D93-5A10-9049-803EA1A96F3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C87993BB-B22E-3D14-BE4C-B07218D98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30DF5-3BBA-266F-E73A-30798C43BC7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2317973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2CD9-28BE-908B-DC8C-F7BA0F8A4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656F8-C078-167F-5BF6-70E8334AF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D94FE-D949-AABF-6062-2D1123446E5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1822ED7A-F207-66A3-B832-C70004B0E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9EE05-2BDC-4259-4679-1F87677E5CD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80442408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7684-B75B-1B9D-A45D-E737476E3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1BC58-C796-DFB1-1325-300753F74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A9A1D-27FB-DB48-AD9A-DB8A98B885A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42C481CA-52EF-4113-6654-94503F118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0DAAA-A6DC-8A49-B8C4-956560F82D87}"/>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3034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EA83-6763-B2C2-8082-904B1BEF8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74F77-A594-E1E2-0285-30D7FA0FC3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5EDE93-2935-21F8-B9E4-DB29D1931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D6C639-3B15-B9C0-0115-42C48826B874}"/>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8F1EB931-172A-C156-5760-98FE06824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42B0E-975E-DCAF-2F41-53A29E841BD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4928855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3C64-EAD1-CF2A-0DE1-F840666C49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6C9D7-2719-B2E9-CD35-CBAB61BD1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D8CDA4-F12A-E595-E141-992D63C4F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8D5EC1-72AB-E2B8-608D-2E019D9C12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4F938-31D9-8CC8-4D7F-18C12DA89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FCB04-D3A1-C997-8CA2-FDA8D1BA7C4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8" name="Footer Placeholder 7">
            <a:extLst>
              <a:ext uri="{FF2B5EF4-FFF2-40B4-BE49-F238E27FC236}">
                <a16:creationId xmlns:a16="http://schemas.microsoft.com/office/drawing/2014/main" id="{517900F0-B11A-76E2-69AD-5AF5C93C8C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5A8C9E-BBB8-2B51-C0F7-74DBF4D0D00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5800871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D786-5138-8E4B-8904-628B7D6C6F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AECB24-0BA0-88EF-CD67-196200DC07B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4" name="Footer Placeholder 3">
            <a:extLst>
              <a:ext uri="{FF2B5EF4-FFF2-40B4-BE49-F238E27FC236}">
                <a16:creationId xmlns:a16="http://schemas.microsoft.com/office/drawing/2014/main" id="{20DA9BC9-C759-9CF7-C635-6E5E00BF2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8F3FFA-C68E-A9EE-6D18-DEA688C7954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9944471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00000">
            <a:alpha val="100000"/>
          </a:srgb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0141C-5FFA-952A-5E02-E079CC2AF989}"/>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3" name="Footer Placeholder 2">
            <a:extLst>
              <a:ext uri="{FF2B5EF4-FFF2-40B4-BE49-F238E27FC236}">
                <a16:creationId xmlns:a16="http://schemas.microsoft.com/office/drawing/2014/main" id="{CAA0B637-78D8-54C6-C812-25CF426918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3C5E36-3E6A-700F-11F0-D352A81F0742}"/>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37608113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8C72-0883-02D3-D743-A300487D8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24FC99-D0B0-8F2A-DB50-14D8838D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191D1A-5214-51D2-7062-2FCA38FE6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C8E5B-98B9-4DC9-B3D6-9FA61381228C}"/>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F14C5139-F53B-8FDD-4E02-8102F6FC16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66A4B-7F54-B0CA-B7F7-C4BD219D6D5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6805853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58BB9-FF12-B9F6-3312-18EFEBBA4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BCDAD-14EB-E191-C319-A46D82857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9EB97-B9C1-9E4A-3CC2-4DAE90900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00273-E2D3-5EF1-C328-8891236EB9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940BF000-1C28-61E4-8849-280C8D905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B0310-55FE-C5B3-54D8-6DF393D2480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29919952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6F6-F589-020B-71C5-D8205B9B44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DADA86-EE82-9023-7A47-19857D2CE4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96B42-34D1-FBA4-C1E9-451004994037}"/>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E2D52146-CF0F-98B5-94D2-6DCA7CD3A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7B385-6818-E67C-66A5-E3C4501338C6}"/>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282200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000000">
            <a:alpha val="100000"/>
          </a:srgbClr>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1508D-41D8-2631-B05C-C615B1B34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CEF1A-3EE5-8543-D910-F06F6BFA2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6FBC5-5452-F695-EE9C-34363D622C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660CA1FB-C0A3-EF88-0EE2-C9AD84436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D8607-4391-E25D-3B8A-3EBEE354B5E1}"/>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3877998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394F-61DD-81BA-C13A-2981423A53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951DB8-3EE5-8621-6873-6EB149557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061533-8D93-5A10-9049-803EA1A96F3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C87993BB-B22E-3D14-BE4C-B07218D98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30DF5-3BBA-266F-E73A-30798C43BC7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23179737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2CD9-28BE-908B-DC8C-F7BA0F8A4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656F8-C078-167F-5BF6-70E8334AF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D94FE-D949-AABF-6062-2D1123446E5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1822ED7A-F207-66A3-B832-C70004B0E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9EE05-2BDC-4259-4679-1F87677E5CD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80442408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7684-B75B-1B9D-A45D-E737476E3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1BC58-C796-DFB1-1325-300753F74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A9A1D-27FB-DB48-AD9A-DB8A98B885A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42C481CA-52EF-4113-6654-94503F118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0DAAA-A6DC-8A49-B8C4-956560F82D87}"/>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30341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EA83-6763-B2C2-8082-904B1BEF8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74F77-A594-E1E2-0285-30D7FA0FC3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5EDE93-2935-21F8-B9E4-DB29D1931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D6C639-3B15-B9C0-0115-42C48826B874}"/>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8F1EB931-172A-C156-5760-98FE06824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42B0E-975E-DCAF-2F41-53A29E841BD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492885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3C64-EAD1-CF2A-0DE1-F840666C49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6C9D7-2719-B2E9-CD35-CBAB61BD1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D8CDA4-F12A-E595-E141-992D63C4F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8D5EC1-72AB-E2B8-608D-2E019D9C12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4F938-31D9-8CC8-4D7F-18C12DA89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FCB04-D3A1-C997-8CA2-FDA8D1BA7C4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8" name="Footer Placeholder 7">
            <a:extLst>
              <a:ext uri="{FF2B5EF4-FFF2-40B4-BE49-F238E27FC236}">
                <a16:creationId xmlns:a16="http://schemas.microsoft.com/office/drawing/2014/main" id="{517900F0-B11A-76E2-69AD-5AF5C93C8C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5A8C9E-BBB8-2B51-C0F7-74DBF4D0D00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58008719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D786-5138-8E4B-8904-628B7D6C6F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AECB24-0BA0-88EF-CD67-196200DC07B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4" name="Footer Placeholder 3">
            <a:extLst>
              <a:ext uri="{FF2B5EF4-FFF2-40B4-BE49-F238E27FC236}">
                <a16:creationId xmlns:a16="http://schemas.microsoft.com/office/drawing/2014/main" id="{20DA9BC9-C759-9CF7-C635-6E5E00BF2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8F3FFA-C68E-A9EE-6D18-DEA688C7954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99444714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00000">
            <a:alpha val="100000"/>
          </a:srgb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0141C-5FFA-952A-5E02-E079CC2AF989}"/>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3" name="Footer Placeholder 2">
            <a:extLst>
              <a:ext uri="{FF2B5EF4-FFF2-40B4-BE49-F238E27FC236}">
                <a16:creationId xmlns:a16="http://schemas.microsoft.com/office/drawing/2014/main" id="{CAA0B637-78D8-54C6-C812-25CF426918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3C5E36-3E6A-700F-11F0-D352A81F0742}"/>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37608113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8C72-0883-02D3-D743-A300487D8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24FC99-D0B0-8F2A-DB50-14D8838D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191D1A-5214-51D2-7062-2FCA38FE6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C8E5B-98B9-4DC9-B3D6-9FA61381228C}"/>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F14C5139-F53B-8FDD-4E02-8102F6FC16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66A4B-7F54-B0CA-B7F7-C4BD219D6D5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68058534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58BB9-FF12-B9F6-3312-18EFEBBA4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BCDAD-14EB-E191-C319-A46D82857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9EB97-B9C1-9E4A-3CC2-4DAE90900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00273-E2D3-5EF1-C328-8891236EB9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940BF000-1C28-61E4-8849-280C8D905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B0310-55FE-C5B3-54D8-6DF393D2480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29919952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6F6-F589-020B-71C5-D8205B9B44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DADA86-EE82-9023-7A47-19857D2CE4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96B42-34D1-FBA4-C1E9-451004994037}"/>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E2D52146-CF0F-98B5-94D2-6DCA7CD3A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7B385-6818-E67C-66A5-E3C4501338C6}"/>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2822004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000000">
            <a:alpha val="100000"/>
          </a:srgbClr>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1508D-41D8-2631-B05C-C615B1B34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CEF1A-3EE5-8543-D910-F06F6BFA2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6FBC5-5452-F695-EE9C-34363D622C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660CA1FB-C0A3-EF88-0EE2-C9AD84436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D8607-4391-E25D-3B8A-3EBEE354B5E1}"/>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3877998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394F-61DD-81BA-C13A-2981423A53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951DB8-3EE5-8621-6873-6EB149557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061533-8D93-5A10-9049-803EA1A96F3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C87993BB-B22E-3D14-BE4C-B07218D98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30DF5-3BBA-266F-E73A-30798C43BC7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23179737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2CD9-28BE-908B-DC8C-F7BA0F8A4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656F8-C078-167F-5BF6-70E8334AF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D94FE-D949-AABF-6062-2D1123446E5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1822ED7A-F207-66A3-B832-C70004B0E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9EE05-2BDC-4259-4679-1F87677E5CD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8044240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7684-B75B-1B9D-A45D-E737476E3D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1BC58-C796-DFB1-1325-300753F74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A9A1D-27FB-DB48-AD9A-DB8A98B885A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42C481CA-52EF-4113-6654-94503F118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0DAAA-A6DC-8A49-B8C4-956560F82D87}"/>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30341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DEA83-6763-B2C2-8082-904B1BEF8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74F77-A594-E1E2-0285-30D7FA0FC3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5EDE93-2935-21F8-B9E4-DB29D1931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D6C639-3B15-B9C0-0115-42C48826B874}"/>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8F1EB931-172A-C156-5760-98FE06824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842B0E-975E-DCAF-2F41-53A29E841BD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4928855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13C64-EAD1-CF2A-0DE1-F840666C49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6C9D7-2719-B2E9-CD35-CBAB61BD17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D8CDA4-F12A-E595-E141-992D63C4F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8D5EC1-72AB-E2B8-608D-2E019D9C12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64F938-31D9-8CC8-4D7F-18C12DA89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FCB04-D3A1-C997-8CA2-FDA8D1BA7C4F}"/>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8" name="Footer Placeholder 7">
            <a:extLst>
              <a:ext uri="{FF2B5EF4-FFF2-40B4-BE49-F238E27FC236}">
                <a16:creationId xmlns:a16="http://schemas.microsoft.com/office/drawing/2014/main" id="{517900F0-B11A-76E2-69AD-5AF5C93C8C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5A8C9E-BBB8-2B51-C0F7-74DBF4D0D00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58008719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D786-5138-8E4B-8904-628B7D6C6F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AECB24-0BA0-88EF-CD67-196200DC07B6}"/>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4" name="Footer Placeholder 3">
            <a:extLst>
              <a:ext uri="{FF2B5EF4-FFF2-40B4-BE49-F238E27FC236}">
                <a16:creationId xmlns:a16="http://schemas.microsoft.com/office/drawing/2014/main" id="{20DA9BC9-C759-9CF7-C635-6E5E00BF2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8F3FFA-C68E-A9EE-6D18-DEA688C7954A}"/>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99444714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00000">
            <a:alpha val="100000"/>
          </a:srgb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0141C-5FFA-952A-5E02-E079CC2AF989}"/>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3" name="Footer Placeholder 2">
            <a:extLst>
              <a:ext uri="{FF2B5EF4-FFF2-40B4-BE49-F238E27FC236}">
                <a16:creationId xmlns:a16="http://schemas.microsoft.com/office/drawing/2014/main" id="{CAA0B637-78D8-54C6-C812-25CF426918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3C5E36-3E6A-700F-11F0-D352A81F0742}"/>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37608113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8C72-0883-02D3-D743-A300487D8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24FC99-D0B0-8F2A-DB50-14D8838D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191D1A-5214-51D2-7062-2FCA38FE6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C8E5B-98B9-4DC9-B3D6-9FA61381228C}"/>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F14C5139-F53B-8FDD-4E02-8102F6FC16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66A4B-7F54-B0CA-B7F7-C4BD219D6D5F}"/>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26805853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58BB9-FF12-B9F6-3312-18EFEBBA4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0BCDAD-14EB-E191-C319-A46D82857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C9EB97-B9C1-9E4A-3CC2-4DAE90900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00273-E2D3-5EF1-C328-8891236EB9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6" name="Footer Placeholder 5">
            <a:extLst>
              <a:ext uri="{FF2B5EF4-FFF2-40B4-BE49-F238E27FC236}">
                <a16:creationId xmlns:a16="http://schemas.microsoft.com/office/drawing/2014/main" id="{940BF000-1C28-61E4-8849-280C8D905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B0310-55FE-C5B3-54D8-6DF393D2480D}"/>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29919952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000000">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B6F6-F589-020B-71C5-D8205B9B44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DADA86-EE82-9023-7A47-19857D2CE4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96B42-34D1-FBA4-C1E9-451004994037}"/>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E2D52146-CF0F-98B5-94D2-6DCA7CD3A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7B385-6818-E67C-66A5-E3C4501338C6}"/>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102822004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000000">
            <a:alpha val="100000"/>
          </a:srgbClr>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1508D-41D8-2631-B05C-C615B1B340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CEF1A-3EE5-8543-D910-F06F6BFA2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6FBC5-5452-F695-EE9C-34363D622C73}"/>
              </a:ext>
            </a:extLst>
          </p:cNvPr>
          <p:cNvSpPr>
            <a:spLocks noGrp="1"/>
          </p:cNvSpPr>
          <p:nvPr>
            <p:ph type="dt" sz="half" idx="10"/>
          </p:nvPr>
        </p:nvSpPr>
        <p:spPr/>
        <p:txBody>
          <a:body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660CA1FB-C0A3-EF88-0EE2-C9AD844360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D8607-4391-E25D-3B8A-3EBEE354B5E1}"/>
              </a:ext>
            </a:extLst>
          </p:cNvPr>
          <p:cNvSpPr>
            <a:spLocks noGrp="1"/>
          </p:cNvSpPr>
          <p:nvPr>
            <p:ph type="sldNum" sz="quarter" idx="12"/>
          </p:nvPr>
        </p:nvSpPr>
        <p:spPr/>
        <p:txBody>
          <a:bodyPr/>
          <a:lstStyle/>
          <a:p>
            <a:fld id="{E905EB31-9D88-4FD5-B81E-B166161050CB}" type="slidenum">
              <a:rPr lang="en-US" smtClean="0"/>
              <a:t>‹#›</a:t>
            </a:fld>
            <a:endParaRPr lang="en-US"/>
          </a:p>
        </p:txBody>
      </p:sp>
    </p:spTree>
    <p:extLst>
      <p:ext uri="{BB962C8B-B14F-4D97-AF65-F5344CB8AC3E}">
        <p14:creationId xmlns:p14="http://schemas.microsoft.com/office/powerpoint/2010/main" val="343877998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slideLayout" Target="../slideLayouts/slideLayout44.xml"/><Relationship Id="rId1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9" Type="http://schemas.openxmlformats.org/officeDocument/2006/relationships/slideLayout" Target="../slideLayouts/slideLayout53.xml"/><Relationship Id="rId10" Type="http://schemas.openxmlformats.org/officeDocument/2006/relationships/slideLayout" Target="../slideLayouts/slideLayout54.xml"/><Relationship Id="rId11" Type="http://schemas.openxmlformats.org/officeDocument/2006/relationships/slideLayout" Target="../slideLayouts/slideLayout55.xml"/><Relationship Id="rId1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5" Type="http://schemas.openxmlformats.org/officeDocument/2006/relationships/slideLayout" Target="../slideLayouts/slideLayout60.xml"/><Relationship Id="rId6" Type="http://schemas.openxmlformats.org/officeDocument/2006/relationships/slideLayout" Target="../slideLayouts/slideLayout61.xml"/><Relationship Id="rId7" Type="http://schemas.openxmlformats.org/officeDocument/2006/relationships/slideLayout" Target="../slideLayouts/slideLayout62.xml"/><Relationship Id="rId8" Type="http://schemas.openxmlformats.org/officeDocument/2006/relationships/slideLayout" Target="../slideLayouts/slideLayout63.xml"/><Relationship Id="rId9" Type="http://schemas.openxmlformats.org/officeDocument/2006/relationships/slideLayout" Target="../slideLayouts/slideLayout64.xml"/><Relationship Id="rId10" Type="http://schemas.openxmlformats.org/officeDocument/2006/relationships/slideLayout" Target="../slideLayouts/slideLayout65.xml"/><Relationship Id="rId11" Type="http://schemas.openxmlformats.org/officeDocument/2006/relationships/slideLayout" Target="../slideLayouts/slideLayout66.xml"/><Relationship Id="rId1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slideLayout" Target="../slideLayouts/slideLayout68.xml"/><Relationship Id="rId3" Type="http://schemas.openxmlformats.org/officeDocument/2006/relationships/slideLayout" Target="../slideLayouts/slideLayout69.xml"/><Relationship Id="rId4" Type="http://schemas.openxmlformats.org/officeDocument/2006/relationships/slideLayout" Target="../slideLayouts/slideLayout70.xml"/><Relationship Id="rId5" Type="http://schemas.openxmlformats.org/officeDocument/2006/relationships/slideLayout" Target="../slideLayouts/slideLayout71.xml"/><Relationship Id="rId6" Type="http://schemas.openxmlformats.org/officeDocument/2006/relationships/slideLayout" Target="../slideLayouts/slideLayout72.xml"/><Relationship Id="rId7" Type="http://schemas.openxmlformats.org/officeDocument/2006/relationships/slideLayout" Target="../slideLayouts/slideLayout73.xml"/><Relationship Id="rId8" Type="http://schemas.openxmlformats.org/officeDocument/2006/relationships/slideLayout" Target="../slideLayouts/slideLayout74.xml"/><Relationship Id="rId9" Type="http://schemas.openxmlformats.org/officeDocument/2006/relationships/slideLayout" Target="../slideLayouts/slideLayout75.xml"/><Relationship Id="rId10" Type="http://schemas.openxmlformats.org/officeDocument/2006/relationships/slideLayout" Target="../slideLayouts/slideLayout76.xml"/><Relationship Id="rId11" Type="http://schemas.openxmlformats.org/officeDocument/2006/relationships/slideLayout" Target="../slideLayouts/slideLayout77.xml"/><Relationship Id="rId1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031730-BCE0-B9DA-AA30-D4534B592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A446ED-C9D1-4733-A4D5-9B95250A6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EFACA-0CEE-A501-90F7-0D0BF2790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A633A04D-418C-8220-F334-00167462D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33C5A9-F62D-5989-6D08-B82547698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5EB31-9D88-4FD5-B81E-B166161050CB}" type="slidenum">
              <a:rPr lang="en-US" smtClean="0"/>
              <a:t>‹#›</a:t>
            </a:fld>
            <a:endParaRPr lang="en-US"/>
          </a:p>
        </p:txBody>
      </p:sp>
    </p:spTree>
    <p:extLst>
      <p:ext uri="{BB962C8B-B14F-4D97-AF65-F5344CB8AC3E}">
        <p14:creationId xmlns:p14="http://schemas.microsoft.com/office/powerpoint/2010/main" val="25637002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031730-BCE0-B9DA-AA30-D4534B592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A446ED-C9D1-4733-A4D5-9B95250A6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EFACA-0CEE-A501-90F7-0D0BF2790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A633A04D-418C-8220-F334-00167462D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33C5A9-F62D-5989-6D08-B82547698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5EB31-9D88-4FD5-B81E-B166161050CB}" type="slidenum">
              <a:rPr lang="en-US" smtClean="0"/>
              <a:t>‹#›</a:t>
            </a:fld>
            <a:endParaRPr lang="en-US"/>
          </a:p>
        </p:txBody>
      </p:sp>
      <p:sp>
        <p:nvSpPr>
          <p:cNvPr id="1001" name="TopAccentBar"/>
          <p:cNvSpPr/>
          <p:nvPr userDrawn="1"/>
        </p:nvSpPr>
        <p:spPr>
          <a:xfrm>
            <a:off x="0" y="0"/>
            <a:ext cx="12192000" cy="54000"/>
          </a:xfrm>
          <a:prstGeom prst="rect">
            <a:avLst/>
          </a:prstGeom>
          <a:gradFill>
            <a:gsLst>
              <a:gs pos="0">
                <a:srgbClr val="000000"/>
              </a:gs>
              <a:gs pos="25000">
                <a:srgbClr val="FFD700"/>
              </a:gs>
              <a:gs pos="75000">
                <a:srgbClr val="C9A84C"/>
              </a:gs>
              <a:gs pos="100000">
                <a:srgbClr val="000000"/>
              </a:gs>
            </a:gsLst>
            <a:lin ang="0" scaled="1"/>
          </a:gradFill>
          <a:ln w="0">
            <a:noFill/>
          </a:ln>
        </p:spPr>
        <p:txBody>
          <a:bodyPr/>
          <a:lstStyle/>
          <a:p>
            <a:endParaRPr lang="en-US"/>
          </a:p>
        </p:txBody>
      </p:sp>
      <p:sp>
        <p:nvSpPr>
          <p:cNvPr id="1002" name="BottomAccentLine"/>
          <p:cNvSpPr/>
          <p:nvPr userDrawn="1"/>
        </p:nvSpPr>
        <p:spPr>
          <a:xfrm>
            <a:off x="457200" y="6629400"/>
            <a:ext cx="11277600" cy="0"/>
          </a:xfrm>
          <a:prstGeom prst="line">
            <a:avLst/>
          </a:prstGeom>
          <a:ln w="6350">
            <a:solidFill>
              <a:srgbClr val="C9A84C">
                <a:alpha val="25000"/>
              </a:srgbClr>
            </a:solidFill>
          </a:ln>
        </p:spPr>
        <p:txBody>
          <a:bodyPr/>
          <a:lstStyle/>
          <a:p>
            <a:endParaRPr lang="en-US"/>
          </a:p>
        </p:txBody>
      </p:sp>
    </p:spTree>
    <p:extLst>
      <p:ext uri="{BB962C8B-B14F-4D97-AF65-F5344CB8AC3E}">
        <p14:creationId xmlns:p14="http://schemas.microsoft.com/office/powerpoint/2010/main" val="25637002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E8E4D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E8E4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E8E4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E8E4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9pPr>
    </p:bodyStyle>
    <p:otherStyle>
      <a:defPPr>
        <a:defRPr lang="en-US">
          <a:solidFill>
            <a:srgbClr val="E8E4DC"/>
          </a:solidFill>
        </a:defRPr>
      </a:defPPr>
      <a:lvl1pPr marL="0" algn="l" defTabSz="914400" rtl="0" eaLnBrk="1" latinLnBrk="0" hangingPunct="1">
        <a:defRPr sz="1800" kern="1200">
          <a:solidFill>
            <a:srgbClr val="E8E4DC"/>
          </a:solidFill>
          <a:latin typeface="+mn-lt"/>
          <a:ea typeface="+mn-ea"/>
          <a:cs typeface="+mn-cs"/>
        </a:defRPr>
      </a:lvl1pPr>
      <a:lvl2pPr marL="457200" algn="l" defTabSz="914400" rtl="0" eaLnBrk="1" latinLnBrk="0" hangingPunct="1">
        <a:defRPr sz="1800" kern="1200">
          <a:solidFill>
            <a:srgbClr val="E8E4DC"/>
          </a:solidFill>
          <a:latin typeface="+mn-lt"/>
          <a:ea typeface="+mn-ea"/>
          <a:cs typeface="+mn-cs"/>
        </a:defRPr>
      </a:lvl2pPr>
      <a:lvl3pPr marL="914400" algn="l" defTabSz="914400" rtl="0" eaLnBrk="1" latinLnBrk="0" hangingPunct="1">
        <a:defRPr sz="1800" kern="1200">
          <a:solidFill>
            <a:srgbClr val="E8E4DC"/>
          </a:solidFill>
          <a:latin typeface="+mn-lt"/>
          <a:ea typeface="+mn-ea"/>
          <a:cs typeface="+mn-cs"/>
        </a:defRPr>
      </a:lvl3pPr>
      <a:lvl4pPr marL="1371600" algn="l" defTabSz="914400" rtl="0" eaLnBrk="1" latinLnBrk="0" hangingPunct="1">
        <a:defRPr sz="1800" kern="1200">
          <a:solidFill>
            <a:srgbClr val="E8E4DC"/>
          </a:solidFill>
          <a:latin typeface="+mn-lt"/>
          <a:ea typeface="+mn-ea"/>
          <a:cs typeface="+mn-cs"/>
        </a:defRPr>
      </a:lvl4pPr>
      <a:lvl5pPr marL="1828800" algn="l" defTabSz="914400" rtl="0" eaLnBrk="1" latinLnBrk="0" hangingPunct="1">
        <a:defRPr sz="1800" kern="1200">
          <a:solidFill>
            <a:srgbClr val="E8E4DC"/>
          </a:solidFill>
          <a:latin typeface="+mn-lt"/>
          <a:ea typeface="+mn-ea"/>
          <a:cs typeface="+mn-cs"/>
        </a:defRPr>
      </a:lvl5pPr>
      <a:lvl6pPr marL="2286000" algn="l" defTabSz="914400" rtl="0" eaLnBrk="1" latinLnBrk="0" hangingPunct="1">
        <a:defRPr sz="1800" kern="1200">
          <a:solidFill>
            <a:srgbClr val="E8E4DC"/>
          </a:solidFill>
          <a:latin typeface="+mn-lt"/>
          <a:ea typeface="+mn-ea"/>
          <a:cs typeface="+mn-cs"/>
        </a:defRPr>
      </a:lvl6pPr>
      <a:lvl7pPr marL="2743200" algn="l" defTabSz="914400" rtl="0" eaLnBrk="1" latinLnBrk="0" hangingPunct="1">
        <a:defRPr sz="1800" kern="1200">
          <a:solidFill>
            <a:srgbClr val="E8E4DC"/>
          </a:solidFill>
          <a:latin typeface="+mn-lt"/>
          <a:ea typeface="+mn-ea"/>
          <a:cs typeface="+mn-cs"/>
        </a:defRPr>
      </a:lvl7pPr>
      <a:lvl8pPr marL="3200400" algn="l" defTabSz="914400" rtl="0" eaLnBrk="1" latinLnBrk="0" hangingPunct="1">
        <a:defRPr sz="1800" kern="1200">
          <a:solidFill>
            <a:srgbClr val="E8E4DC"/>
          </a:solidFill>
          <a:latin typeface="+mn-lt"/>
          <a:ea typeface="+mn-ea"/>
          <a:cs typeface="+mn-cs"/>
        </a:defRPr>
      </a:lvl8pPr>
      <a:lvl9pPr marL="3657600" algn="l" defTabSz="914400" rtl="0" eaLnBrk="1" latinLnBrk="0" hangingPunct="1">
        <a:defRPr sz="1800" kern="1200">
          <a:solidFill>
            <a:srgbClr val="E8E4DC"/>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031730-BCE0-B9DA-AA30-D4534B592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A446ED-C9D1-4733-A4D5-9B95250A6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EFACA-0CEE-A501-90F7-0D0BF2790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A633A04D-418C-8220-F334-00167462D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33C5A9-F62D-5989-6D08-B82547698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5EB31-9D88-4FD5-B81E-B166161050CB}" type="slidenum">
              <a:rPr lang="en-US" smtClean="0"/>
              <a:t>‹#›</a:t>
            </a:fld>
            <a:endParaRPr lang="en-US"/>
          </a:p>
        </p:txBody>
      </p:sp>
      <p:sp>
        <p:nvSpPr>
          <p:cNvPr id="1001" name="TopAccentBar"/>
          <p:cNvSpPr/>
          <p:nvPr userDrawn="1"/>
        </p:nvSpPr>
        <p:spPr>
          <a:xfrm>
            <a:off x="0" y="0"/>
            <a:ext cx="12192000" cy="54000"/>
          </a:xfrm>
          <a:prstGeom prst="rect">
            <a:avLst/>
          </a:prstGeom>
          <a:gradFill>
            <a:gsLst>
              <a:gs pos="0">
                <a:srgbClr val="000000"/>
              </a:gs>
              <a:gs pos="25000">
                <a:srgbClr val="FFD700"/>
              </a:gs>
              <a:gs pos="75000">
                <a:srgbClr val="C9A84C"/>
              </a:gs>
              <a:gs pos="100000">
                <a:srgbClr val="000000"/>
              </a:gs>
            </a:gsLst>
            <a:lin ang="0" scaled="1"/>
          </a:gradFill>
          <a:ln w="0">
            <a:noFill/>
          </a:ln>
        </p:spPr>
        <p:txBody>
          <a:bodyPr/>
          <a:lstStyle/>
          <a:p>
            <a:endParaRPr lang="en-US"/>
          </a:p>
        </p:txBody>
      </p:sp>
      <p:sp>
        <p:nvSpPr>
          <p:cNvPr id="1002" name="BottomAccentLine"/>
          <p:cNvSpPr/>
          <p:nvPr userDrawn="1"/>
        </p:nvSpPr>
        <p:spPr>
          <a:xfrm>
            <a:off x="457200" y="6629400"/>
            <a:ext cx="11277600" cy="0"/>
          </a:xfrm>
          <a:prstGeom prst="line">
            <a:avLst/>
          </a:prstGeom>
          <a:ln w="6350">
            <a:solidFill>
              <a:srgbClr val="C9A84C">
                <a:alpha val="25000"/>
              </a:srgbClr>
            </a:solidFill>
          </a:ln>
        </p:spPr>
        <p:txBody>
          <a:bodyPr/>
          <a:lstStyle/>
          <a:p>
            <a:endParaRPr lang="en-US"/>
          </a:p>
        </p:txBody>
      </p:sp>
      <p:sp>
        <p:nvSpPr>
          <p:cNvPr id="1010" name="TL_H0"/>
          <p:cNvSpPr/>
          <p:nvPr userDrawn="1"/>
        </p:nvSpPr>
        <p:spPr>
          <a:xfrm>
            <a:off x="152400" y="152400"/>
            <a:ext cx="609600" cy="0"/>
          </a:xfrm>
          <a:prstGeom prst="line">
            <a:avLst/>
          </a:prstGeom>
          <a:ln w="6350">
            <a:solidFill>
              <a:srgbClr val="C9A84C">
                <a:alpha val="30000"/>
              </a:srgbClr>
            </a:solidFill>
          </a:ln>
        </p:spPr>
        <p:txBody>
          <a:bodyPr/>
          <a:lstStyle/>
          <a:p>
            <a:endParaRPr lang="en-US"/>
          </a:p>
        </p:txBody>
      </p:sp>
      <p:sp>
        <p:nvSpPr>
          <p:cNvPr id="1011" name="TL_V0"/>
          <p:cNvSpPr/>
          <p:nvPr userDrawn="1"/>
        </p:nvSpPr>
        <p:spPr>
          <a:xfrm>
            <a:off x="152400" y="152400"/>
            <a:ext cx="0" cy="609600"/>
          </a:xfrm>
          <a:prstGeom prst="line">
            <a:avLst/>
          </a:prstGeom>
          <a:ln w="6350">
            <a:solidFill>
              <a:srgbClr val="C9A84C">
                <a:alpha val="30000"/>
              </a:srgbClr>
            </a:solidFill>
          </a:ln>
        </p:spPr>
        <p:txBody>
          <a:bodyPr/>
          <a:lstStyle/>
          <a:p>
            <a:endParaRPr lang="en-US"/>
          </a:p>
        </p:txBody>
      </p:sp>
      <p:sp>
        <p:nvSpPr>
          <p:cNvPr id="1012" name="TL_H1"/>
          <p:cNvSpPr/>
          <p:nvPr userDrawn="1"/>
        </p:nvSpPr>
        <p:spPr>
          <a:xfrm>
            <a:off x="304800" y="304800"/>
            <a:ext cx="457200" cy="0"/>
          </a:xfrm>
          <a:prstGeom prst="line">
            <a:avLst/>
          </a:prstGeom>
          <a:ln w="6350">
            <a:solidFill>
              <a:srgbClr val="C9A84C">
                <a:alpha val="30000"/>
              </a:srgbClr>
            </a:solidFill>
          </a:ln>
        </p:spPr>
        <p:txBody>
          <a:bodyPr/>
          <a:lstStyle/>
          <a:p>
            <a:endParaRPr lang="en-US"/>
          </a:p>
        </p:txBody>
      </p:sp>
      <p:sp>
        <p:nvSpPr>
          <p:cNvPr id="1013" name="TL_V1"/>
          <p:cNvSpPr/>
          <p:nvPr userDrawn="1"/>
        </p:nvSpPr>
        <p:spPr>
          <a:xfrm>
            <a:off x="304800" y="304800"/>
            <a:ext cx="0" cy="457200"/>
          </a:xfrm>
          <a:prstGeom prst="line">
            <a:avLst/>
          </a:prstGeom>
          <a:ln w="6350">
            <a:solidFill>
              <a:srgbClr val="C9A84C">
                <a:alpha val="30000"/>
              </a:srgbClr>
            </a:solidFill>
          </a:ln>
        </p:spPr>
        <p:txBody>
          <a:bodyPr/>
          <a:lstStyle/>
          <a:p>
            <a:endParaRPr lang="en-US"/>
          </a:p>
        </p:txBody>
      </p:sp>
      <p:sp>
        <p:nvSpPr>
          <p:cNvPr id="1014" name="TL_H2"/>
          <p:cNvSpPr/>
          <p:nvPr userDrawn="1"/>
        </p:nvSpPr>
        <p:spPr>
          <a:xfrm>
            <a:off x="457200" y="457200"/>
            <a:ext cx="304800" cy="0"/>
          </a:xfrm>
          <a:prstGeom prst="line">
            <a:avLst/>
          </a:prstGeom>
          <a:ln w="6350">
            <a:solidFill>
              <a:srgbClr val="C9A84C">
                <a:alpha val="30000"/>
              </a:srgbClr>
            </a:solidFill>
          </a:ln>
        </p:spPr>
        <p:txBody>
          <a:bodyPr/>
          <a:lstStyle/>
          <a:p>
            <a:endParaRPr lang="en-US"/>
          </a:p>
        </p:txBody>
      </p:sp>
      <p:sp>
        <p:nvSpPr>
          <p:cNvPr id="1015" name="TL_V2"/>
          <p:cNvSpPr/>
          <p:nvPr userDrawn="1"/>
        </p:nvSpPr>
        <p:spPr>
          <a:xfrm>
            <a:off x="457200" y="457200"/>
            <a:ext cx="0" cy="304800"/>
          </a:xfrm>
          <a:prstGeom prst="line">
            <a:avLst/>
          </a:prstGeom>
          <a:ln w="6350">
            <a:solidFill>
              <a:srgbClr val="C9A84C">
                <a:alpha val="30000"/>
              </a:srgbClr>
            </a:solidFill>
          </a:ln>
        </p:spPr>
        <p:txBody>
          <a:bodyPr/>
          <a:lstStyle/>
          <a:p>
            <a:endParaRPr lang="en-US"/>
          </a:p>
        </p:txBody>
      </p:sp>
      <p:sp>
        <p:nvSpPr>
          <p:cNvPr id="1020" name="BR_H0"/>
          <p:cNvSpPr/>
          <p:nvPr userDrawn="1"/>
        </p:nvSpPr>
        <p:spPr>
          <a:xfrm>
            <a:off x="11430000" y="6705600"/>
            <a:ext cx="609600" cy="0"/>
          </a:xfrm>
          <a:prstGeom prst="line">
            <a:avLst/>
          </a:prstGeom>
          <a:ln w="6350">
            <a:solidFill>
              <a:srgbClr val="C9A84C">
                <a:alpha val="30000"/>
              </a:srgbClr>
            </a:solidFill>
          </a:ln>
        </p:spPr>
        <p:txBody>
          <a:bodyPr/>
          <a:lstStyle/>
          <a:p>
            <a:endParaRPr lang="en-US"/>
          </a:p>
        </p:txBody>
      </p:sp>
      <p:sp>
        <p:nvSpPr>
          <p:cNvPr id="1021" name="BR_V0"/>
          <p:cNvSpPr/>
          <p:nvPr userDrawn="1"/>
        </p:nvSpPr>
        <p:spPr>
          <a:xfrm>
            <a:off x="12039600" y="6096000"/>
            <a:ext cx="0" cy="609600"/>
          </a:xfrm>
          <a:prstGeom prst="line">
            <a:avLst/>
          </a:prstGeom>
          <a:ln w="6350">
            <a:solidFill>
              <a:srgbClr val="C9A84C">
                <a:alpha val="30000"/>
              </a:srgbClr>
            </a:solidFill>
          </a:ln>
        </p:spPr>
        <p:txBody>
          <a:bodyPr/>
          <a:lstStyle/>
          <a:p>
            <a:endParaRPr lang="en-US"/>
          </a:p>
        </p:txBody>
      </p:sp>
      <p:sp>
        <p:nvSpPr>
          <p:cNvPr id="1022" name="BR_H1"/>
          <p:cNvSpPr/>
          <p:nvPr userDrawn="1"/>
        </p:nvSpPr>
        <p:spPr>
          <a:xfrm>
            <a:off x="11430000" y="6553200"/>
            <a:ext cx="457200" cy="0"/>
          </a:xfrm>
          <a:prstGeom prst="line">
            <a:avLst/>
          </a:prstGeom>
          <a:ln w="6350">
            <a:solidFill>
              <a:srgbClr val="C9A84C">
                <a:alpha val="30000"/>
              </a:srgbClr>
            </a:solidFill>
          </a:ln>
        </p:spPr>
        <p:txBody>
          <a:bodyPr/>
          <a:lstStyle/>
          <a:p>
            <a:endParaRPr lang="en-US"/>
          </a:p>
        </p:txBody>
      </p:sp>
      <p:sp>
        <p:nvSpPr>
          <p:cNvPr id="1023" name="BR_V1"/>
          <p:cNvSpPr/>
          <p:nvPr userDrawn="1"/>
        </p:nvSpPr>
        <p:spPr>
          <a:xfrm>
            <a:off x="11887200" y="6096000"/>
            <a:ext cx="0" cy="457200"/>
          </a:xfrm>
          <a:prstGeom prst="line">
            <a:avLst/>
          </a:prstGeom>
          <a:ln w="6350">
            <a:solidFill>
              <a:srgbClr val="C9A84C">
                <a:alpha val="30000"/>
              </a:srgbClr>
            </a:solidFill>
          </a:ln>
        </p:spPr>
        <p:txBody>
          <a:bodyPr/>
          <a:lstStyle/>
          <a:p>
            <a:endParaRPr lang="en-US"/>
          </a:p>
        </p:txBody>
      </p:sp>
      <p:sp>
        <p:nvSpPr>
          <p:cNvPr id="1024" name="BR_H2"/>
          <p:cNvSpPr/>
          <p:nvPr userDrawn="1"/>
        </p:nvSpPr>
        <p:spPr>
          <a:xfrm>
            <a:off x="11430000" y="6400800"/>
            <a:ext cx="304800" cy="0"/>
          </a:xfrm>
          <a:prstGeom prst="line">
            <a:avLst/>
          </a:prstGeom>
          <a:ln w="6350">
            <a:solidFill>
              <a:srgbClr val="C9A84C">
                <a:alpha val="30000"/>
              </a:srgbClr>
            </a:solidFill>
          </a:ln>
        </p:spPr>
        <p:txBody>
          <a:bodyPr/>
          <a:lstStyle/>
          <a:p>
            <a:endParaRPr lang="en-US"/>
          </a:p>
        </p:txBody>
      </p:sp>
      <p:sp>
        <p:nvSpPr>
          <p:cNvPr id="1025" name="BR_V2"/>
          <p:cNvSpPr/>
          <p:nvPr userDrawn="1"/>
        </p:nvSpPr>
        <p:spPr>
          <a:xfrm>
            <a:off x="11734800" y="6096000"/>
            <a:ext cx="0" cy="30480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256370022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rgbClr val="E8E4D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E8E4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E8E4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E8E4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9pPr>
    </p:bodyStyle>
    <p:otherStyle>
      <a:defPPr>
        <a:defRPr lang="en-US">
          <a:solidFill>
            <a:srgbClr val="E8E4DC"/>
          </a:solidFill>
        </a:defRPr>
      </a:defPPr>
      <a:lvl1pPr marL="0" algn="l" defTabSz="914400" rtl="0" eaLnBrk="1" latinLnBrk="0" hangingPunct="1">
        <a:defRPr sz="1800" kern="1200">
          <a:solidFill>
            <a:srgbClr val="E8E4DC"/>
          </a:solidFill>
          <a:latin typeface="+mn-lt"/>
          <a:ea typeface="+mn-ea"/>
          <a:cs typeface="+mn-cs"/>
        </a:defRPr>
      </a:lvl1pPr>
      <a:lvl2pPr marL="457200" algn="l" defTabSz="914400" rtl="0" eaLnBrk="1" latinLnBrk="0" hangingPunct="1">
        <a:defRPr sz="1800" kern="1200">
          <a:solidFill>
            <a:srgbClr val="E8E4DC"/>
          </a:solidFill>
          <a:latin typeface="+mn-lt"/>
          <a:ea typeface="+mn-ea"/>
          <a:cs typeface="+mn-cs"/>
        </a:defRPr>
      </a:lvl2pPr>
      <a:lvl3pPr marL="914400" algn="l" defTabSz="914400" rtl="0" eaLnBrk="1" latinLnBrk="0" hangingPunct="1">
        <a:defRPr sz="1800" kern="1200">
          <a:solidFill>
            <a:srgbClr val="E8E4DC"/>
          </a:solidFill>
          <a:latin typeface="+mn-lt"/>
          <a:ea typeface="+mn-ea"/>
          <a:cs typeface="+mn-cs"/>
        </a:defRPr>
      </a:lvl3pPr>
      <a:lvl4pPr marL="1371600" algn="l" defTabSz="914400" rtl="0" eaLnBrk="1" latinLnBrk="0" hangingPunct="1">
        <a:defRPr sz="1800" kern="1200">
          <a:solidFill>
            <a:srgbClr val="E8E4DC"/>
          </a:solidFill>
          <a:latin typeface="+mn-lt"/>
          <a:ea typeface="+mn-ea"/>
          <a:cs typeface="+mn-cs"/>
        </a:defRPr>
      </a:lvl4pPr>
      <a:lvl5pPr marL="1828800" algn="l" defTabSz="914400" rtl="0" eaLnBrk="1" latinLnBrk="0" hangingPunct="1">
        <a:defRPr sz="1800" kern="1200">
          <a:solidFill>
            <a:srgbClr val="E8E4DC"/>
          </a:solidFill>
          <a:latin typeface="+mn-lt"/>
          <a:ea typeface="+mn-ea"/>
          <a:cs typeface="+mn-cs"/>
        </a:defRPr>
      </a:lvl5pPr>
      <a:lvl6pPr marL="2286000" algn="l" defTabSz="914400" rtl="0" eaLnBrk="1" latinLnBrk="0" hangingPunct="1">
        <a:defRPr sz="1800" kern="1200">
          <a:solidFill>
            <a:srgbClr val="E8E4DC"/>
          </a:solidFill>
          <a:latin typeface="+mn-lt"/>
          <a:ea typeface="+mn-ea"/>
          <a:cs typeface="+mn-cs"/>
        </a:defRPr>
      </a:lvl6pPr>
      <a:lvl7pPr marL="2743200" algn="l" defTabSz="914400" rtl="0" eaLnBrk="1" latinLnBrk="0" hangingPunct="1">
        <a:defRPr sz="1800" kern="1200">
          <a:solidFill>
            <a:srgbClr val="E8E4DC"/>
          </a:solidFill>
          <a:latin typeface="+mn-lt"/>
          <a:ea typeface="+mn-ea"/>
          <a:cs typeface="+mn-cs"/>
        </a:defRPr>
      </a:lvl7pPr>
      <a:lvl8pPr marL="3200400" algn="l" defTabSz="914400" rtl="0" eaLnBrk="1" latinLnBrk="0" hangingPunct="1">
        <a:defRPr sz="1800" kern="1200">
          <a:solidFill>
            <a:srgbClr val="E8E4DC"/>
          </a:solidFill>
          <a:latin typeface="+mn-lt"/>
          <a:ea typeface="+mn-ea"/>
          <a:cs typeface="+mn-cs"/>
        </a:defRPr>
      </a:lvl8pPr>
      <a:lvl9pPr marL="3657600" algn="l" defTabSz="914400" rtl="0" eaLnBrk="1" latinLnBrk="0" hangingPunct="1">
        <a:defRPr sz="1800" kern="1200">
          <a:solidFill>
            <a:srgbClr val="E8E4DC"/>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031730-BCE0-B9DA-AA30-D4534B592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A446ED-C9D1-4733-A4D5-9B95250A6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EFACA-0CEE-A501-90F7-0D0BF2790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A633A04D-418C-8220-F334-00167462D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33C5A9-F62D-5989-6D08-B82547698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5EB31-9D88-4FD5-B81E-B166161050CB}" type="slidenum">
              <a:rPr lang="en-US" smtClean="0"/>
              <a:t>‹#›</a:t>
            </a:fld>
            <a:endParaRPr lang="en-US"/>
          </a:p>
        </p:txBody>
      </p:sp>
      <p:sp>
        <p:nvSpPr>
          <p:cNvPr id="1001" name="TopAccentBar"/>
          <p:cNvSpPr/>
          <p:nvPr userDrawn="1"/>
        </p:nvSpPr>
        <p:spPr>
          <a:xfrm>
            <a:off x="0" y="0"/>
            <a:ext cx="12192000" cy="54000"/>
          </a:xfrm>
          <a:prstGeom prst="rect">
            <a:avLst/>
          </a:prstGeom>
          <a:gradFill>
            <a:gsLst>
              <a:gs pos="0">
                <a:srgbClr val="000000"/>
              </a:gs>
              <a:gs pos="25000">
                <a:srgbClr val="FFD700"/>
              </a:gs>
              <a:gs pos="75000">
                <a:srgbClr val="C9A84C"/>
              </a:gs>
              <a:gs pos="100000">
                <a:srgbClr val="000000"/>
              </a:gs>
            </a:gsLst>
            <a:lin ang="0" scaled="1"/>
          </a:gradFill>
          <a:ln w="0">
            <a:noFill/>
          </a:ln>
        </p:spPr>
        <p:txBody>
          <a:bodyPr/>
          <a:lstStyle/>
          <a:p>
            <a:endParaRPr lang="en-US"/>
          </a:p>
        </p:txBody>
      </p:sp>
      <p:sp>
        <p:nvSpPr>
          <p:cNvPr id="1002" name="BottomAccentLine"/>
          <p:cNvSpPr/>
          <p:nvPr userDrawn="1"/>
        </p:nvSpPr>
        <p:spPr>
          <a:xfrm>
            <a:off x="457200" y="6629400"/>
            <a:ext cx="11277600" cy="0"/>
          </a:xfrm>
          <a:prstGeom prst="line">
            <a:avLst/>
          </a:prstGeom>
          <a:ln w="6350">
            <a:solidFill>
              <a:srgbClr val="C9A84C">
                <a:alpha val="25000"/>
              </a:srgbClr>
            </a:solidFill>
          </a:ln>
        </p:spPr>
        <p:txBody>
          <a:bodyPr/>
          <a:lstStyle/>
          <a:p>
            <a:endParaRPr lang="en-US"/>
          </a:p>
        </p:txBody>
      </p:sp>
      <p:sp>
        <p:nvSpPr>
          <p:cNvPr id="1010" name="TL_H0"/>
          <p:cNvSpPr/>
          <p:nvPr userDrawn="1"/>
        </p:nvSpPr>
        <p:spPr>
          <a:xfrm>
            <a:off x="152400" y="152400"/>
            <a:ext cx="609600" cy="0"/>
          </a:xfrm>
          <a:prstGeom prst="line">
            <a:avLst/>
          </a:prstGeom>
          <a:ln w="6350">
            <a:solidFill>
              <a:srgbClr val="C9A84C">
                <a:alpha val="30000"/>
              </a:srgbClr>
            </a:solidFill>
          </a:ln>
        </p:spPr>
        <p:txBody>
          <a:bodyPr/>
          <a:lstStyle/>
          <a:p>
            <a:endParaRPr lang="en-US"/>
          </a:p>
        </p:txBody>
      </p:sp>
      <p:sp>
        <p:nvSpPr>
          <p:cNvPr id="1011" name="TL_V0"/>
          <p:cNvSpPr/>
          <p:nvPr userDrawn="1"/>
        </p:nvSpPr>
        <p:spPr>
          <a:xfrm>
            <a:off x="152400" y="152400"/>
            <a:ext cx="0" cy="609600"/>
          </a:xfrm>
          <a:prstGeom prst="line">
            <a:avLst/>
          </a:prstGeom>
          <a:ln w="6350">
            <a:solidFill>
              <a:srgbClr val="C9A84C">
                <a:alpha val="30000"/>
              </a:srgbClr>
            </a:solidFill>
          </a:ln>
        </p:spPr>
        <p:txBody>
          <a:bodyPr/>
          <a:lstStyle/>
          <a:p>
            <a:endParaRPr lang="en-US"/>
          </a:p>
        </p:txBody>
      </p:sp>
      <p:sp>
        <p:nvSpPr>
          <p:cNvPr id="1012" name="TL_H1"/>
          <p:cNvSpPr/>
          <p:nvPr userDrawn="1"/>
        </p:nvSpPr>
        <p:spPr>
          <a:xfrm>
            <a:off x="304800" y="304800"/>
            <a:ext cx="457200" cy="0"/>
          </a:xfrm>
          <a:prstGeom prst="line">
            <a:avLst/>
          </a:prstGeom>
          <a:ln w="6350">
            <a:solidFill>
              <a:srgbClr val="C9A84C">
                <a:alpha val="30000"/>
              </a:srgbClr>
            </a:solidFill>
          </a:ln>
        </p:spPr>
        <p:txBody>
          <a:bodyPr/>
          <a:lstStyle/>
          <a:p>
            <a:endParaRPr lang="en-US"/>
          </a:p>
        </p:txBody>
      </p:sp>
      <p:sp>
        <p:nvSpPr>
          <p:cNvPr id="1013" name="TL_V1"/>
          <p:cNvSpPr/>
          <p:nvPr userDrawn="1"/>
        </p:nvSpPr>
        <p:spPr>
          <a:xfrm>
            <a:off x="304800" y="304800"/>
            <a:ext cx="0" cy="457200"/>
          </a:xfrm>
          <a:prstGeom prst="line">
            <a:avLst/>
          </a:prstGeom>
          <a:ln w="6350">
            <a:solidFill>
              <a:srgbClr val="C9A84C">
                <a:alpha val="30000"/>
              </a:srgbClr>
            </a:solidFill>
          </a:ln>
        </p:spPr>
        <p:txBody>
          <a:bodyPr/>
          <a:lstStyle/>
          <a:p>
            <a:endParaRPr lang="en-US"/>
          </a:p>
        </p:txBody>
      </p:sp>
      <p:sp>
        <p:nvSpPr>
          <p:cNvPr id="1014" name="TL_H2"/>
          <p:cNvSpPr/>
          <p:nvPr userDrawn="1"/>
        </p:nvSpPr>
        <p:spPr>
          <a:xfrm>
            <a:off x="457200" y="457200"/>
            <a:ext cx="304800" cy="0"/>
          </a:xfrm>
          <a:prstGeom prst="line">
            <a:avLst/>
          </a:prstGeom>
          <a:ln w="6350">
            <a:solidFill>
              <a:srgbClr val="C9A84C">
                <a:alpha val="30000"/>
              </a:srgbClr>
            </a:solidFill>
          </a:ln>
        </p:spPr>
        <p:txBody>
          <a:bodyPr/>
          <a:lstStyle/>
          <a:p>
            <a:endParaRPr lang="en-US"/>
          </a:p>
        </p:txBody>
      </p:sp>
      <p:sp>
        <p:nvSpPr>
          <p:cNvPr id="1015" name="TL_V2"/>
          <p:cNvSpPr/>
          <p:nvPr userDrawn="1"/>
        </p:nvSpPr>
        <p:spPr>
          <a:xfrm>
            <a:off x="457200" y="457200"/>
            <a:ext cx="0" cy="304800"/>
          </a:xfrm>
          <a:prstGeom prst="line">
            <a:avLst/>
          </a:prstGeom>
          <a:ln w="6350">
            <a:solidFill>
              <a:srgbClr val="C9A84C">
                <a:alpha val="30000"/>
              </a:srgbClr>
            </a:solidFill>
          </a:ln>
        </p:spPr>
        <p:txBody>
          <a:bodyPr/>
          <a:lstStyle/>
          <a:p>
            <a:endParaRPr lang="en-US"/>
          </a:p>
        </p:txBody>
      </p:sp>
      <p:sp>
        <p:nvSpPr>
          <p:cNvPr id="1016" name="TR_Step0"/>
          <p:cNvSpPr/>
          <p:nvPr userDrawn="1"/>
        </p:nvSpPr>
        <p:spPr>
          <a:xfrm>
            <a:off x="11430000" y="152400"/>
            <a:ext cx="609600" cy="0"/>
          </a:xfrm>
          <a:prstGeom prst="line">
            <a:avLst/>
          </a:prstGeom>
          <a:ln w="6350">
            <a:solidFill>
              <a:srgbClr val="C9A84C">
                <a:alpha val="30000"/>
              </a:srgbClr>
            </a:solidFill>
          </a:ln>
        </p:spPr>
        <p:txBody>
          <a:bodyPr/>
          <a:lstStyle/>
          <a:p>
            <a:endParaRPr lang="en-US"/>
          </a:p>
        </p:txBody>
      </p:sp>
      <p:sp>
        <p:nvSpPr>
          <p:cNvPr id="1017" name="TR_Step1"/>
          <p:cNvSpPr/>
          <p:nvPr userDrawn="1"/>
        </p:nvSpPr>
        <p:spPr>
          <a:xfrm>
            <a:off x="11582400" y="304800"/>
            <a:ext cx="457200" cy="0"/>
          </a:xfrm>
          <a:prstGeom prst="line">
            <a:avLst/>
          </a:prstGeom>
          <a:ln w="6350">
            <a:solidFill>
              <a:srgbClr val="C9A84C">
                <a:alpha val="30000"/>
              </a:srgbClr>
            </a:solidFill>
          </a:ln>
        </p:spPr>
        <p:txBody>
          <a:bodyPr/>
          <a:lstStyle/>
          <a:p>
            <a:endParaRPr lang="en-US"/>
          </a:p>
        </p:txBody>
      </p:sp>
      <p:sp>
        <p:nvSpPr>
          <p:cNvPr id="1018" name="TR_Step2"/>
          <p:cNvSpPr/>
          <p:nvPr userDrawn="1"/>
        </p:nvSpPr>
        <p:spPr>
          <a:xfrm>
            <a:off x="11734800" y="457200"/>
            <a:ext cx="304800" cy="0"/>
          </a:xfrm>
          <a:prstGeom prst="line">
            <a:avLst/>
          </a:prstGeom>
          <a:ln w="6350">
            <a:solidFill>
              <a:srgbClr val="C9A84C">
                <a:alpha val="30000"/>
              </a:srgbClr>
            </a:solidFill>
          </a:ln>
        </p:spPr>
        <p:txBody>
          <a:bodyPr/>
          <a:lstStyle/>
          <a:p>
            <a:endParaRPr lang="en-US"/>
          </a:p>
        </p:txBody>
      </p:sp>
      <p:sp>
        <p:nvSpPr>
          <p:cNvPr id="1019" name="TR_Cap"/>
          <p:cNvSpPr/>
          <p:nvPr userDrawn="1"/>
        </p:nvSpPr>
        <p:spPr>
          <a:xfrm>
            <a:off x="12039600" y="152400"/>
            <a:ext cx="0" cy="304800"/>
          </a:xfrm>
          <a:prstGeom prst="line">
            <a:avLst/>
          </a:prstGeom>
          <a:ln w="6350">
            <a:solidFill>
              <a:srgbClr val="C9A84C">
                <a:alpha val="30000"/>
              </a:srgbClr>
            </a:solidFill>
          </a:ln>
        </p:spPr>
        <p:txBody>
          <a:bodyPr/>
          <a:lstStyle/>
          <a:p>
            <a:endParaRPr lang="en-US"/>
          </a:p>
        </p:txBody>
      </p:sp>
      <p:sp>
        <p:nvSpPr>
          <p:cNvPr id="1020" name="TR_Diamond"/>
          <p:cNvSpPr/>
          <p:nvPr userDrawn="1"/>
        </p:nvSpPr>
        <p:spPr>
          <a:xfrm>
            <a:off x="11674800" y="427200"/>
            <a:ext cx="60000" cy="60000"/>
          </a:xfrm>
          <a:prstGeom prst="diamond">
            <a:avLst/>
          </a:prstGeom>
          <a:noFill/>
          <a:ln w="6350">
            <a:solidFill>
              <a:srgbClr val="C9A84C">
                <a:alpha val="30000"/>
              </a:srgbClr>
            </a:solidFill>
          </a:ln>
        </p:spPr>
        <p:txBody>
          <a:bodyPr/>
          <a:lstStyle/>
          <a:p>
            <a:endParaRPr lang="en-US"/>
          </a:p>
        </p:txBody>
      </p:sp>
      <p:sp>
        <p:nvSpPr>
          <p:cNvPr id="1021" name="BL_Dia1"/>
          <p:cNvSpPr/>
          <p:nvPr userDrawn="1"/>
        </p:nvSpPr>
        <p:spPr>
          <a:xfrm>
            <a:off x="228600" y="6515100"/>
            <a:ext cx="114300" cy="114300"/>
          </a:xfrm>
          <a:prstGeom prst="diamond">
            <a:avLst/>
          </a:prstGeom>
          <a:noFill/>
          <a:ln w="6350">
            <a:solidFill>
              <a:srgbClr val="C9A84C">
                <a:alpha val="30000"/>
              </a:srgbClr>
            </a:solidFill>
          </a:ln>
        </p:spPr>
        <p:txBody>
          <a:bodyPr/>
          <a:lstStyle/>
          <a:p>
            <a:endParaRPr lang="en-US"/>
          </a:p>
        </p:txBody>
      </p:sp>
      <p:sp>
        <p:nvSpPr>
          <p:cNvPr id="1022" name="BL_Dia2"/>
          <p:cNvSpPr/>
          <p:nvPr userDrawn="1"/>
        </p:nvSpPr>
        <p:spPr>
          <a:xfrm>
            <a:off x="137160" y="6423660"/>
            <a:ext cx="76200" cy="76200"/>
          </a:xfrm>
          <a:prstGeom prst="diamond">
            <a:avLst/>
          </a:prstGeom>
          <a:noFill/>
          <a:ln w="6350">
            <a:solidFill>
              <a:srgbClr val="C9A84C">
                <a:alpha val="30000"/>
              </a:srgbClr>
            </a:solidFill>
          </a:ln>
        </p:spPr>
        <p:txBody>
          <a:bodyPr/>
          <a:lstStyle/>
          <a:p>
            <a:endParaRPr lang="en-US"/>
          </a:p>
        </p:txBody>
      </p:sp>
      <p:sp>
        <p:nvSpPr>
          <p:cNvPr id="1023" name="BL_Dia3"/>
          <p:cNvSpPr/>
          <p:nvPr userDrawn="1"/>
        </p:nvSpPr>
        <p:spPr>
          <a:xfrm>
            <a:off x="320040" y="6423660"/>
            <a:ext cx="76200" cy="76200"/>
          </a:xfrm>
          <a:prstGeom prst="diamond">
            <a:avLst/>
          </a:prstGeom>
          <a:noFill/>
          <a:ln w="6350">
            <a:solidFill>
              <a:srgbClr val="C9A84C">
                <a:alpha val="30000"/>
              </a:srgbClr>
            </a:solidFill>
          </a:ln>
        </p:spPr>
        <p:txBody>
          <a:bodyPr/>
          <a:lstStyle/>
          <a:p>
            <a:endParaRPr lang="en-US"/>
          </a:p>
        </p:txBody>
      </p:sp>
      <p:sp>
        <p:nvSpPr>
          <p:cNvPr id="1024" name="BL_Line"/>
          <p:cNvSpPr/>
          <p:nvPr userDrawn="1"/>
        </p:nvSpPr>
        <p:spPr>
          <a:xfrm>
            <a:off x="381000" y="6572250"/>
            <a:ext cx="457200" cy="0"/>
          </a:xfrm>
          <a:prstGeom prst="line">
            <a:avLst/>
          </a:prstGeom>
          <a:ln w="6350">
            <a:solidFill>
              <a:srgbClr val="C9A84C">
                <a:alpha val="30000"/>
              </a:srgbClr>
            </a:solidFill>
          </a:ln>
        </p:spPr>
        <p:txBody>
          <a:bodyPr/>
          <a:lstStyle/>
          <a:p>
            <a:endParaRPr lang="en-US"/>
          </a:p>
        </p:txBody>
      </p:sp>
      <p:sp>
        <p:nvSpPr>
          <p:cNvPr id="1025" name="BL_Tick"/>
          <p:cNvSpPr/>
          <p:nvPr userDrawn="1"/>
        </p:nvSpPr>
        <p:spPr>
          <a:xfrm>
            <a:off x="838200" y="6534150"/>
            <a:ext cx="0" cy="76200"/>
          </a:xfrm>
          <a:prstGeom prst="line">
            <a:avLst/>
          </a:prstGeom>
          <a:ln w="6350">
            <a:solidFill>
              <a:srgbClr val="C9A84C">
                <a:alpha val="30000"/>
              </a:srgbClr>
            </a:solidFill>
          </a:ln>
        </p:spPr>
        <p:txBody>
          <a:bodyPr/>
          <a:lstStyle/>
          <a:p>
            <a:endParaRPr lang="en-US"/>
          </a:p>
        </p:txBody>
      </p:sp>
      <p:sp>
        <p:nvSpPr>
          <p:cNvPr id="1026" name="BR_Line0"/>
          <p:cNvSpPr/>
          <p:nvPr userDrawn="1"/>
        </p:nvSpPr>
        <p:spPr>
          <a:xfrm>
            <a:off x="11430000" y="6705600"/>
            <a:ext cx="609600" cy="0"/>
          </a:xfrm>
          <a:prstGeom prst="line">
            <a:avLst/>
          </a:prstGeom>
          <a:ln w="6350">
            <a:solidFill>
              <a:srgbClr val="C9A84C">
                <a:alpha val="30000"/>
              </a:srgbClr>
            </a:solidFill>
          </a:ln>
        </p:spPr>
        <p:txBody>
          <a:bodyPr/>
          <a:lstStyle/>
          <a:p>
            <a:endParaRPr lang="en-US"/>
          </a:p>
        </p:txBody>
      </p:sp>
      <p:sp>
        <p:nvSpPr>
          <p:cNvPr id="1027" name="BR_Line1"/>
          <p:cNvSpPr/>
          <p:nvPr userDrawn="1"/>
        </p:nvSpPr>
        <p:spPr>
          <a:xfrm>
            <a:off x="11582400" y="6629400"/>
            <a:ext cx="457200" cy="0"/>
          </a:xfrm>
          <a:prstGeom prst="line">
            <a:avLst/>
          </a:prstGeom>
          <a:ln w="6350">
            <a:solidFill>
              <a:srgbClr val="C9A84C">
                <a:alpha val="30000"/>
              </a:srgbClr>
            </a:solidFill>
          </a:ln>
        </p:spPr>
        <p:txBody>
          <a:bodyPr/>
          <a:lstStyle/>
          <a:p>
            <a:endParaRPr lang="en-US"/>
          </a:p>
        </p:txBody>
      </p:sp>
      <p:sp>
        <p:nvSpPr>
          <p:cNvPr id="1028" name="BR_Line2"/>
          <p:cNvSpPr/>
          <p:nvPr userDrawn="1"/>
        </p:nvSpPr>
        <p:spPr>
          <a:xfrm>
            <a:off x="11734800" y="6553200"/>
            <a:ext cx="304800" cy="0"/>
          </a:xfrm>
          <a:prstGeom prst="line">
            <a:avLst/>
          </a:prstGeom>
          <a:ln w="6350">
            <a:solidFill>
              <a:srgbClr val="C9A84C">
                <a:alpha val="30000"/>
              </a:srgbClr>
            </a:solidFill>
          </a:ln>
        </p:spPr>
        <p:txBody>
          <a:bodyPr/>
          <a:lstStyle/>
          <a:p>
            <a:endParaRPr lang="en-US"/>
          </a:p>
        </p:txBody>
      </p:sp>
      <p:sp>
        <p:nvSpPr>
          <p:cNvPr id="1029" name="BR_Pillar"/>
          <p:cNvSpPr/>
          <p:nvPr userDrawn="1"/>
        </p:nvSpPr>
        <p:spPr>
          <a:xfrm>
            <a:off x="12039600" y="6553200"/>
            <a:ext cx="0" cy="152400"/>
          </a:xfrm>
          <a:prstGeom prst="line">
            <a:avLst/>
          </a:prstGeom>
          <a:ln w="6350">
            <a:solidFill>
              <a:srgbClr val="C9A84C">
                <a:alpha val="30000"/>
              </a:srgbClr>
            </a:solidFill>
          </a:ln>
        </p:spPr>
        <p:txBody>
          <a:bodyPr/>
          <a:lstStyle/>
          <a:p>
            <a:endParaRPr lang="en-US"/>
          </a:p>
        </p:txBody>
      </p:sp>
      <p:sp>
        <p:nvSpPr>
          <p:cNvPr id="1030" name="BR_Diamond"/>
          <p:cNvSpPr/>
          <p:nvPr userDrawn="1"/>
        </p:nvSpPr>
        <p:spPr>
          <a:xfrm>
            <a:off x="12001500" y="6461760"/>
            <a:ext cx="76200" cy="76200"/>
          </a:xfrm>
          <a:prstGeom prst="diamond">
            <a:avLst/>
          </a:prstGeom>
          <a:noFill/>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256370022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rgbClr val="E8E4D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E8E4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E8E4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E8E4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9pPr>
    </p:bodyStyle>
    <p:otherStyle>
      <a:defPPr>
        <a:defRPr lang="en-US">
          <a:solidFill>
            <a:srgbClr val="E8E4DC"/>
          </a:solidFill>
        </a:defRPr>
      </a:defPPr>
      <a:lvl1pPr marL="0" algn="l" defTabSz="914400" rtl="0" eaLnBrk="1" latinLnBrk="0" hangingPunct="1">
        <a:defRPr sz="1800" kern="1200">
          <a:solidFill>
            <a:srgbClr val="E8E4DC"/>
          </a:solidFill>
          <a:latin typeface="+mn-lt"/>
          <a:ea typeface="+mn-ea"/>
          <a:cs typeface="+mn-cs"/>
        </a:defRPr>
      </a:lvl1pPr>
      <a:lvl2pPr marL="457200" algn="l" defTabSz="914400" rtl="0" eaLnBrk="1" latinLnBrk="0" hangingPunct="1">
        <a:defRPr sz="1800" kern="1200">
          <a:solidFill>
            <a:srgbClr val="E8E4DC"/>
          </a:solidFill>
          <a:latin typeface="+mn-lt"/>
          <a:ea typeface="+mn-ea"/>
          <a:cs typeface="+mn-cs"/>
        </a:defRPr>
      </a:lvl2pPr>
      <a:lvl3pPr marL="914400" algn="l" defTabSz="914400" rtl="0" eaLnBrk="1" latinLnBrk="0" hangingPunct="1">
        <a:defRPr sz="1800" kern="1200">
          <a:solidFill>
            <a:srgbClr val="E8E4DC"/>
          </a:solidFill>
          <a:latin typeface="+mn-lt"/>
          <a:ea typeface="+mn-ea"/>
          <a:cs typeface="+mn-cs"/>
        </a:defRPr>
      </a:lvl3pPr>
      <a:lvl4pPr marL="1371600" algn="l" defTabSz="914400" rtl="0" eaLnBrk="1" latinLnBrk="0" hangingPunct="1">
        <a:defRPr sz="1800" kern="1200">
          <a:solidFill>
            <a:srgbClr val="E8E4DC"/>
          </a:solidFill>
          <a:latin typeface="+mn-lt"/>
          <a:ea typeface="+mn-ea"/>
          <a:cs typeface="+mn-cs"/>
        </a:defRPr>
      </a:lvl4pPr>
      <a:lvl5pPr marL="1828800" algn="l" defTabSz="914400" rtl="0" eaLnBrk="1" latinLnBrk="0" hangingPunct="1">
        <a:defRPr sz="1800" kern="1200">
          <a:solidFill>
            <a:srgbClr val="E8E4DC"/>
          </a:solidFill>
          <a:latin typeface="+mn-lt"/>
          <a:ea typeface="+mn-ea"/>
          <a:cs typeface="+mn-cs"/>
        </a:defRPr>
      </a:lvl5pPr>
      <a:lvl6pPr marL="2286000" algn="l" defTabSz="914400" rtl="0" eaLnBrk="1" latinLnBrk="0" hangingPunct="1">
        <a:defRPr sz="1800" kern="1200">
          <a:solidFill>
            <a:srgbClr val="E8E4DC"/>
          </a:solidFill>
          <a:latin typeface="+mn-lt"/>
          <a:ea typeface="+mn-ea"/>
          <a:cs typeface="+mn-cs"/>
        </a:defRPr>
      </a:lvl6pPr>
      <a:lvl7pPr marL="2743200" algn="l" defTabSz="914400" rtl="0" eaLnBrk="1" latinLnBrk="0" hangingPunct="1">
        <a:defRPr sz="1800" kern="1200">
          <a:solidFill>
            <a:srgbClr val="E8E4DC"/>
          </a:solidFill>
          <a:latin typeface="+mn-lt"/>
          <a:ea typeface="+mn-ea"/>
          <a:cs typeface="+mn-cs"/>
        </a:defRPr>
      </a:lvl7pPr>
      <a:lvl8pPr marL="3200400" algn="l" defTabSz="914400" rtl="0" eaLnBrk="1" latinLnBrk="0" hangingPunct="1">
        <a:defRPr sz="1800" kern="1200">
          <a:solidFill>
            <a:srgbClr val="E8E4DC"/>
          </a:solidFill>
          <a:latin typeface="+mn-lt"/>
          <a:ea typeface="+mn-ea"/>
          <a:cs typeface="+mn-cs"/>
        </a:defRPr>
      </a:lvl8pPr>
      <a:lvl9pPr marL="3657600" algn="l" defTabSz="914400" rtl="0" eaLnBrk="1" latinLnBrk="0" hangingPunct="1">
        <a:defRPr sz="1800" kern="1200">
          <a:solidFill>
            <a:srgbClr val="E8E4DC"/>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031730-BCE0-B9DA-AA30-D4534B592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A446ED-C9D1-4733-A4D5-9B95250A6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EFACA-0CEE-A501-90F7-0D0BF2790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A633A04D-418C-8220-F334-00167462D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33C5A9-F62D-5989-6D08-B82547698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5EB31-9D88-4FD5-B81E-B166161050CB}" type="slidenum">
              <a:rPr lang="en-US" smtClean="0"/>
              <a:t>‹#›</a:t>
            </a:fld>
            <a:endParaRPr lang="en-US"/>
          </a:p>
        </p:txBody>
      </p:sp>
      <p:sp>
        <p:nvSpPr>
          <p:cNvPr id="1001" name="TopAccentBar"/>
          <p:cNvSpPr/>
          <p:nvPr userDrawn="1"/>
        </p:nvSpPr>
        <p:spPr>
          <a:xfrm>
            <a:off x="0" y="0"/>
            <a:ext cx="12192000" cy="54000"/>
          </a:xfrm>
          <a:prstGeom prst="rect">
            <a:avLst/>
          </a:prstGeom>
          <a:gradFill>
            <a:gsLst>
              <a:gs pos="0">
                <a:srgbClr val="000000"/>
              </a:gs>
              <a:gs pos="25000">
                <a:srgbClr val="FFD700"/>
              </a:gs>
              <a:gs pos="75000">
                <a:srgbClr val="C9A84C"/>
              </a:gs>
              <a:gs pos="100000">
                <a:srgbClr val="000000"/>
              </a:gs>
            </a:gsLst>
            <a:lin ang="0" scaled="1"/>
          </a:gradFill>
          <a:ln w="0">
            <a:noFill/>
          </a:ln>
        </p:spPr>
        <p:txBody>
          <a:bodyPr/>
          <a:lstStyle/>
          <a:p>
            <a:endParaRPr lang="en-US"/>
          </a:p>
        </p:txBody>
      </p:sp>
      <p:sp>
        <p:nvSpPr>
          <p:cNvPr id="1050" name="TickerBar"/>
          <p:cNvSpPr/>
          <p:nvPr userDrawn="1"/>
        </p:nvSpPr>
        <p:spPr>
          <a:xfrm>
            <a:off x="0" y="6629400"/>
            <a:ext cx="12192000" cy="228600"/>
          </a:xfrm>
          <a:prstGeom prst="rect">
            <a:avLst/>
          </a:prstGeom>
          <a:solidFill>
            <a:srgbClr val="060606"/>
          </a:solidFill>
          <a:ln>
            <a:noFill/>
          </a:ln>
        </p:spPr>
        <p:txBody>
          <a:bodyPr/>
          <a:lstStyle/>
          <a:p>
            <a:endParaRPr lang="en-US"/>
          </a:p>
        </p:txBody>
      </p:sp>
      <p:sp>
        <p:nvSpPr>
          <p:cNvPr id="1051" name="TickerTopLine"/>
          <p:cNvSpPr/>
          <p:nvPr userDrawn="1"/>
        </p:nvSpPr>
        <p:spPr>
          <a:xfrm>
            <a:off x="0" y="6629400"/>
            <a:ext cx="12192000" cy="0"/>
          </a:xfrm>
          <a:prstGeom prst="line">
            <a:avLst/>
          </a:prstGeom>
          <a:ln w="6350">
            <a:solidFill>
              <a:srgbClr val="C9A84C">
                <a:alpha val="15000"/>
              </a:srgbClr>
            </a:solidFill>
          </a:ln>
        </p:spPr>
        <p:txBody>
          <a:bodyPr/>
          <a:lstStyle/>
          <a:p>
            <a:endParaRPr lang="en-US"/>
          </a:p>
        </p:txBody>
      </p:sp>
      <p:sp>
        <p:nvSpPr>
          <p:cNvPr id="1052" name="TickerText"/>
          <p:cNvSpPr txBox="1"/>
          <p:nvPr userDrawn="1"/>
        </p:nvSpPr>
        <p:spPr>
          <a:xfrm>
            <a:off x="304800" y="6629400"/>
            <a:ext cx="11582400" cy="228600"/>
          </a:xfrm>
          <a:prstGeom prst="rect">
            <a:avLst/>
          </a:prstGeom>
          <a:noFill/>
          <a:ln>
            <a:noFill/>
          </a:ln>
        </p:spPr>
        <p:txBody>
          <a:bodyPr anchor="ctr"/>
          <a:lstStyle/>
          <a:p>
            <a:pPr algn="ctr">
              <a:buNone/>
            </a:pPr>
            <a:r>
              <a:rPr lang="en-US" sz="800" spc="200" dirty="0">
                <a:solidFill>
                  <a:srgbClr val="C9A84C">
                    <a:alpha val="40000"/>
                  </a:srgbClr>
                </a:solidFill>
                <a:latin typeface="Consolas"/>
              </a:rPr>
              <a:t>BLOCK #881,247  •  625 EH/s  •  MEMPOOL 14,208 TX  •  DIFFICULTY 85.63T  •  21M SUPPLY  •  NEXT HALVING 2028  •  19.6M MINED  •  ~3,400 NODES</a:t>
            </a:r>
          </a:p>
        </p:txBody>
      </p:sp>
    </p:spTree>
    <p:extLst>
      <p:ext uri="{BB962C8B-B14F-4D97-AF65-F5344CB8AC3E}">
        <p14:creationId xmlns:p14="http://schemas.microsoft.com/office/powerpoint/2010/main" val="256370022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rgbClr val="E8E4D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E8E4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E8E4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E8E4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9pPr>
    </p:bodyStyle>
    <p:otherStyle>
      <a:defPPr>
        <a:defRPr lang="en-US">
          <a:solidFill>
            <a:srgbClr val="E8E4DC"/>
          </a:solidFill>
        </a:defRPr>
      </a:defPPr>
      <a:lvl1pPr marL="0" algn="l" defTabSz="914400" rtl="0" eaLnBrk="1" latinLnBrk="0" hangingPunct="1">
        <a:defRPr sz="1800" kern="1200">
          <a:solidFill>
            <a:srgbClr val="E8E4DC"/>
          </a:solidFill>
          <a:latin typeface="+mn-lt"/>
          <a:ea typeface="+mn-ea"/>
          <a:cs typeface="+mn-cs"/>
        </a:defRPr>
      </a:lvl1pPr>
      <a:lvl2pPr marL="457200" algn="l" defTabSz="914400" rtl="0" eaLnBrk="1" latinLnBrk="0" hangingPunct="1">
        <a:defRPr sz="1800" kern="1200">
          <a:solidFill>
            <a:srgbClr val="E8E4DC"/>
          </a:solidFill>
          <a:latin typeface="+mn-lt"/>
          <a:ea typeface="+mn-ea"/>
          <a:cs typeface="+mn-cs"/>
        </a:defRPr>
      </a:lvl2pPr>
      <a:lvl3pPr marL="914400" algn="l" defTabSz="914400" rtl="0" eaLnBrk="1" latinLnBrk="0" hangingPunct="1">
        <a:defRPr sz="1800" kern="1200">
          <a:solidFill>
            <a:srgbClr val="E8E4DC"/>
          </a:solidFill>
          <a:latin typeface="+mn-lt"/>
          <a:ea typeface="+mn-ea"/>
          <a:cs typeface="+mn-cs"/>
        </a:defRPr>
      </a:lvl3pPr>
      <a:lvl4pPr marL="1371600" algn="l" defTabSz="914400" rtl="0" eaLnBrk="1" latinLnBrk="0" hangingPunct="1">
        <a:defRPr sz="1800" kern="1200">
          <a:solidFill>
            <a:srgbClr val="E8E4DC"/>
          </a:solidFill>
          <a:latin typeface="+mn-lt"/>
          <a:ea typeface="+mn-ea"/>
          <a:cs typeface="+mn-cs"/>
        </a:defRPr>
      </a:lvl4pPr>
      <a:lvl5pPr marL="1828800" algn="l" defTabSz="914400" rtl="0" eaLnBrk="1" latinLnBrk="0" hangingPunct="1">
        <a:defRPr sz="1800" kern="1200">
          <a:solidFill>
            <a:srgbClr val="E8E4DC"/>
          </a:solidFill>
          <a:latin typeface="+mn-lt"/>
          <a:ea typeface="+mn-ea"/>
          <a:cs typeface="+mn-cs"/>
        </a:defRPr>
      </a:lvl5pPr>
      <a:lvl6pPr marL="2286000" algn="l" defTabSz="914400" rtl="0" eaLnBrk="1" latinLnBrk="0" hangingPunct="1">
        <a:defRPr sz="1800" kern="1200">
          <a:solidFill>
            <a:srgbClr val="E8E4DC"/>
          </a:solidFill>
          <a:latin typeface="+mn-lt"/>
          <a:ea typeface="+mn-ea"/>
          <a:cs typeface="+mn-cs"/>
        </a:defRPr>
      </a:lvl6pPr>
      <a:lvl7pPr marL="2743200" algn="l" defTabSz="914400" rtl="0" eaLnBrk="1" latinLnBrk="0" hangingPunct="1">
        <a:defRPr sz="1800" kern="1200">
          <a:solidFill>
            <a:srgbClr val="E8E4DC"/>
          </a:solidFill>
          <a:latin typeface="+mn-lt"/>
          <a:ea typeface="+mn-ea"/>
          <a:cs typeface="+mn-cs"/>
        </a:defRPr>
      </a:lvl7pPr>
      <a:lvl8pPr marL="3200400" algn="l" defTabSz="914400" rtl="0" eaLnBrk="1" latinLnBrk="0" hangingPunct="1">
        <a:defRPr sz="1800" kern="1200">
          <a:solidFill>
            <a:srgbClr val="E8E4DC"/>
          </a:solidFill>
          <a:latin typeface="+mn-lt"/>
          <a:ea typeface="+mn-ea"/>
          <a:cs typeface="+mn-cs"/>
        </a:defRPr>
      </a:lvl8pPr>
      <a:lvl9pPr marL="3657600" algn="l" defTabSz="914400" rtl="0" eaLnBrk="1" latinLnBrk="0" hangingPunct="1">
        <a:defRPr sz="1800" kern="1200">
          <a:solidFill>
            <a:srgbClr val="E8E4DC"/>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031730-BCE0-B9DA-AA30-D4534B592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A446ED-C9D1-4733-A4D5-9B95250A6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EFACA-0CEE-A501-90F7-0D0BF2790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A633A04D-418C-8220-F334-00167462D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33C5A9-F62D-5989-6D08-B82547698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5EB31-9D88-4FD5-B81E-B166161050CB}" type="slidenum">
              <a:rPr lang="en-US" smtClean="0"/>
              <a:t>‹#›</a:t>
            </a:fld>
            <a:endParaRPr lang="en-US"/>
          </a:p>
        </p:txBody>
      </p:sp>
      <p:sp>
        <p:nvSpPr>
          <p:cNvPr id="1001" name="TopAccentBar"/>
          <p:cNvSpPr/>
          <p:nvPr userDrawn="1"/>
        </p:nvSpPr>
        <p:spPr>
          <a:xfrm>
            <a:off x="0" y="0"/>
            <a:ext cx="12192000" cy="54000"/>
          </a:xfrm>
          <a:prstGeom prst="rect">
            <a:avLst/>
          </a:prstGeom>
          <a:gradFill>
            <a:gsLst>
              <a:gs pos="0">
                <a:srgbClr val="000000"/>
              </a:gs>
              <a:gs pos="25000">
                <a:srgbClr val="FFD700"/>
              </a:gs>
              <a:gs pos="75000">
                <a:srgbClr val="C9A84C"/>
              </a:gs>
              <a:gs pos="100000">
                <a:srgbClr val="000000"/>
              </a:gs>
            </a:gsLst>
            <a:lin ang="0" scaled="1"/>
          </a:gradFill>
          <a:ln w="0">
            <a:noFill/>
          </a:ln>
        </p:spPr>
        <p:txBody>
          <a:bodyPr/>
          <a:lstStyle/>
          <a:p>
            <a:endParaRPr lang="en-US"/>
          </a:p>
        </p:txBody>
      </p:sp>
      <p:sp>
        <p:nvSpPr>
          <p:cNvPr id="1050" name="TickerBar"/>
          <p:cNvSpPr/>
          <p:nvPr userDrawn="1"/>
        </p:nvSpPr>
        <p:spPr>
          <a:xfrm>
            <a:off x="0" y="6629400"/>
            <a:ext cx="12192000" cy="228600"/>
          </a:xfrm>
          <a:prstGeom prst="rect">
            <a:avLst/>
          </a:prstGeom>
          <a:solidFill>
            <a:srgbClr val="060606"/>
          </a:solidFill>
          <a:ln>
            <a:noFill/>
          </a:ln>
        </p:spPr>
        <p:txBody>
          <a:bodyPr/>
          <a:lstStyle/>
          <a:p>
            <a:endParaRPr lang="en-US"/>
          </a:p>
        </p:txBody>
      </p:sp>
      <p:sp>
        <p:nvSpPr>
          <p:cNvPr id="1051" name="TickerTopLine"/>
          <p:cNvSpPr/>
          <p:nvPr userDrawn="1"/>
        </p:nvSpPr>
        <p:spPr>
          <a:xfrm>
            <a:off x="0" y="6629400"/>
            <a:ext cx="12192000" cy="0"/>
          </a:xfrm>
          <a:prstGeom prst="line">
            <a:avLst/>
          </a:prstGeom>
          <a:ln w="6350">
            <a:solidFill>
              <a:srgbClr val="C9A84C">
                <a:alpha val="15000"/>
              </a:srgbClr>
            </a:solidFill>
          </a:ln>
        </p:spPr>
        <p:txBody>
          <a:bodyPr/>
          <a:lstStyle/>
          <a:p>
            <a:endParaRPr lang="en-US"/>
          </a:p>
        </p:txBody>
      </p:sp>
      <p:sp>
        <p:nvSpPr>
          <p:cNvPr id="1052" name="TickerText"/>
          <p:cNvSpPr txBox="1"/>
          <p:nvPr userDrawn="1"/>
        </p:nvSpPr>
        <p:spPr>
          <a:xfrm>
            <a:off x="304800" y="6629400"/>
            <a:ext cx="11582400" cy="228600"/>
          </a:xfrm>
          <a:prstGeom prst="rect">
            <a:avLst/>
          </a:prstGeom>
          <a:noFill/>
          <a:ln>
            <a:noFill/>
          </a:ln>
        </p:spPr>
        <p:txBody>
          <a:bodyPr anchor="ctr"/>
          <a:lstStyle/>
          <a:p>
            <a:pPr algn="ctr">
              <a:buNone/>
            </a:pPr>
            <a:r>
              <a:rPr lang="en-US" sz="800" spc="200" dirty="0">
                <a:solidFill>
                  <a:srgbClr val="C9A84C">
                    <a:alpha val="40000"/>
                  </a:srgbClr>
                </a:solidFill>
                <a:latin typeface="Consolas"/>
              </a:rPr>
              <a:t>0xA3F7 9B2E 1D4C 8F06 • 0xE5A1 C8D3 F7B2 4690 • 0x7E91 3FA8 2C5D 0B67 • 0x1B84 6DE0 F293 5A7C • 0xC4D8 71F5 0E6A 39B2 • 0x58A2 C7E1 3D09 F684 • 0x9F3B 4E27 D186 A0C5 • 0x2D71 E803 6FAC B549</a:t>
            </a:r>
          </a:p>
        </p:txBody>
      </p:sp>
    </p:spTree>
    <p:extLst>
      <p:ext uri="{BB962C8B-B14F-4D97-AF65-F5344CB8AC3E}">
        <p14:creationId xmlns:p14="http://schemas.microsoft.com/office/powerpoint/2010/main" val="256370022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rgbClr val="E8E4D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E8E4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E8E4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E8E4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9pPr>
    </p:bodyStyle>
    <p:otherStyle>
      <a:defPPr>
        <a:defRPr lang="en-US">
          <a:solidFill>
            <a:srgbClr val="E8E4DC"/>
          </a:solidFill>
        </a:defRPr>
      </a:defPPr>
      <a:lvl1pPr marL="0" algn="l" defTabSz="914400" rtl="0" eaLnBrk="1" latinLnBrk="0" hangingPunct="1">
        <a:defRPr sz="1800" kern="1200">
          <a:solidFill>
            <a:srgbClr val="E8E4DC"/>
          </a:solidFill>
          <a:latin typeface="+mn-lt"/>
          <a:ea typeface="+mn-ea"/>
          <a:cs typeface="+mn-cs"/>
        </a:defRPr>
      </a:lvl1pPr>
      <a:lvl2pPr marL="457200" algn="l" defTabSz="914400" rtl="0" eaLnBrk="1" latinLnBrk="0" hangingPunct="1">
        <a:defRPr sz="1800" kern="1200">
          <a:solidFill>
            <a:srgbClr val="E8E4DC"/>
          </a:solidFill>
          <a:latin typeface="+mn-lt"/>
          <a:ea typeface="+mn-ea"/>
          <a:cs typeface="+mn-cs"/>
        </a:defRPr>
      </a:lvl2pPr>
      <a:lvl3pPr marL="914400" algn="l" defTabSz="914400" rtl="0" eaLnBrk="1" latinLnBrk="0" hangingPunct="1">
        <a:defRPr sz="1800" kern="1200">
          <a:solidFill>
            <a:srgbClr val="E8E4DC"/>
          </a:solidFill>
          <a:latin typeface="+mn-lt"/>
          <a:ea typeface="+mn-ea"/>
          <a:cs typeface="+mn-cs"/>
        </a:defRPr>
      </a:lvl3pPr>
      <a:lvl4pPr marL="1371600" algn="l" defTabSz="914400" rtl="0" eaLnBrk="1" latinLnBrk="0" hangingPunct="1">
        <a:defRPr sz="1800" kern="1200">
          <a:solidFill>
            <a:srgbClr val="E8E4DC"/>
          </a:solidFill>
          <a:latin typeface="+mn-lt"/>
          <a:ea typeface="+mn-ea"/>
          <a:cs typeface="+mn-cs"/>
        </a:defRPr>
      </a:lvl4pPr>
      <a:lvl5pPr marL="1828800" algn="l" defTabSz="914400" rtl="0" eaLnBrk="1" latinLnBrk="0" hangingPunct="1">
        <a:defRPr sz="1800" kern="1200">
          <a:solidFill>
            <a:srgbClr val="E8E4DC"/>
          </a:solidFill>
          <a:latin typeface="+mn-lt"/>
          <a:ea typeface="+mn-ea"/>
          <a:cs typeface="+mn-cs"/>
        </a:defRPr>
      </a:lvl5pPr>
      <a:lvl6pPr marL="2286000" algn="l" defTabSz="914400" rtl="0" eaLnBrk="1" latinLnBrk="0" hangingPunct="1">
        <a:defRPr sz="1800" kern="1200">
          <a:solidFill>
            <a:srgbClr val="E8E4DC"/>
          </a:solidFill>
          <a:latin typeface="+mn-lt"/>
          <a:ea typeface="+mn-ea"/>
          <a:cs typeface="+mn-cs"/>
        </a:defRPr>
      </a:lvl6pPr>
      <a:lvl7pPr marL="2743200" algn="l" defTabSz="914400" rtl="0" eaLnBrk="1" latinLnBrk="0" hangingPunct="1">
        <a:defRPr sz="1800" kern="1200">
          <a:solidFill>
            <a:srgbClr val="E8E4DC"/>
          </a:solidFill>
          <a:latin typeface="+mn-lt"/>
          <a:ea typeface="+mn-ea"/>
          <a:cs typeface="+mn-cs"/>
        </a:defRPr>
      </a:lvl7pPr>
      <a:lvl8pPr marL="3200400" algn="l" defTabSz="914400" rtl="0" eaLnBrk="1" latinLnBrk="0" hangingPunct="1">
        <a:defRPr sz="1800" kern="1200">
          <a:solidFill>
            <a:srgbClr val="E8E4DC"/>
          </a:solidFill>
          <a:latin typeface="+mn-lt"/>
          <a:ea typeface="+mn-ea"/>
          <a:cs typeface="+mn-cs"/>
        </a:defRPr>
      </a:lvl8pPr>
      <a:lvl9pPr marL="3657600" algn="l" defTabSz="914400" rtl="0" eaLnBrk="1" latinLnBrk="0" hangingPunct="1">
        <a:defRPr sz="1800" kern="1200">
          <a:solidFill>
            <a:srgbClr val="E8E4DC"/>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031730-BCE0-B9DA-AA30-D4534B592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A446ED-C9D1-4733-A4D5-9B95250A6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EFACA-0CEE-A501-90F7-0D0BF2790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8E13D9-F240-44B0-BFD4-3E81928830E8}" type="datetimeFigureOut">
              <a:rPr lang="en-US" smtClean="0"/>
              <a:t>2/20/2026</a:t>
            </a:fld>
            <a:endParaRPr lang="en-US"/>
          </a:p>
        </p:txBody>
      </p:sp>
      <p:sp>
        <p:nvSpPr>
          <p:cNvPr id="5" name="Footer Placeholder 4">
            <a:extLst>
              <a:ext uri="{FF2B5EF4-FFF2-40B4-BE49-F238E27FC236}">
                <a16:creationId xmlns:a16="http://schemas.microsoft.com/office/drawing/2014/main" id="{A633A04D-418C-8220-F334-00167462D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33C5A9-F62D-5989-6D08-B82547698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5EB31-9D88-4FD5-B81E-B166161050CB}" type="slidenum">
              <a:rPr lang="en-US" smtClean="0"/>
              <a:t>‹#›</a:t>
            </a:fld>
            <a:endParaRPr lang="en-US"/>
          </a:p>
        </p:txBody>
      </p:sp>
      <p:sp>
        <p:nvSpPr>
          <p:cNvPr id="1001" name="TopAccentBar"/>
          <p:cNvSpPr/>
          <p:nvPr userDrawn="1"/>
        </p:nvSpPr>
        <p:spPr>
          <a:xfrm>
            <a:off x="0" y="0"/>
            <a:ext cx="12192000" cy="54000"/>
          </a:xfrm>
          <a:prstGeom prst="rect">
            <a:avLst/>
          </a:prstGeom>
          <a:gradFill>
            <a:gsLst>
              <a:gs pos="0">
                <a:srgbClr val="000000"/>
              </a:gs>
              <a:gs pos="25000">
                <a:srgbClr val="FFD700"/>
              </a:gs>
              <a:gs pos="75000">
                <a:srgbClr val="C9A84C"/>
              </a:gs>
              <a:gs pos="100000">
                <a:srgbClr val="000000"/>
              </a:gs>
            </a:gsLst>
            <a:lin ang="0" scaled="1"/>
          </a:gradFill>
          <a:ln w="0">
            <a:noFill/>
          </a:ln>
        </p:spPr>
        <p:txBody>
          <a:bodyPr/>
          <a:lstStyle/>
          <a:p>
            <a:endParaRPr lang="en-US"/>
          </a:p>
        </p:txBody>
      </p:sp>
    </p:spTree>
    <p:extLst>
      <p:ext uri="{BB962C8B-B14F-4D97-AF65-F5344CB8AC3E}">
        <p14:creationId xmlns:p14="http://schemas.microsoft.com/office/powerpoint/2010/main" val="256370022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rgbClr val="E8E4D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E8E4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E8E4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E8E4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E8E4DC"/>
          </a:solidFill>
          <a:latin typeface="+mn-lt"/>
          <a:ea typeface="+mn-ea"/>
          <a:cs typeface="+mn-cs"/>
        </a:defRPr>
      </a:lvl9pPr>
    </p:bodyStyle>
    <p:otherStyle>
      <a:defPPr>
        <a:defRPr lang="en-US">
          <a:solidFill>
            <a:srgbClr val="E8E4DC"/>
          </a:solidFill>
        </a:defRPr>
      </a:defPPr>
      <a:lvl1pPr marL="0" algn="l" defTabSz="914400" rtl="0" eaLnBrk="1" latinLnBrk="0" hangingPunct="1">
        <a:defRPr sz="1800" kern="1200">
          <a:solidFill>
            <a:srgbClr val="E8E4DC"/>
          </a:solidFill>
          <a:latin typeface="+mn-lt"/>
          <a:ea typeface="+mn-ea"/>
          <a:cs typeface="+mn-cs"/>
        </a:defRPr>
      </a:lvl1pPr>
      <a:lvl2pPr marL="457200" algn="l" defTabSz="914400" rtl="0" eaLnBrk="1" latinLnBrk="0" hangingPunct="1">
        <a:defRPr sz="1800" kern="1200">
          <a:solidFill>
            <a:srgbClr val="E8E4DC"/>
          </a:solidFill>
          <a:latin typeface="+mn-lt"/>
          <a:ea typeface="+mn-ea"/>
          <a:cs typeface="+mn-cs"/>
        </a:defRPr>
      </a:lvl2pPr>
      <a:lvl3pPr marL="914400" algn="l" defTabSz="914400" rtl="0" eaLnBrk="1" latinLnBrk="0" hangingPunct="1">
        <a:defRPr sz="1800" kern="1200">
          <a:solidFill>
            <a:srgbClr val="E8E4DC"/>
          </a:solidFill>
          <a:latin typeface="+mn-lt"/>
          <a:ea typeface="+mn-ea"/>
          <a:cs typeface="+mn-cs"/>
        </a:defRPr>
      </a:lvl3pPr>
      <a:lvl4pPr marL="1371600" algn="l" defTabSz="914400" rtl="0" eaLnBrk="1" latinLnBrk="0" hangingPunct="1">
        <a:defRPr sz="1800" kern="1200">
          <a:solidFill>
            <a:srgbClr val="E8E4DC"/>
          </a:solidFill>
          <a:latin typeface="+mn-lt"/>
          <a:ea typeface="+mn-ea"/>
          <a:cs typeface="+mn-cs"/>
        </a:defRPr>
      </a:lvl4pPr>
      <a:lvl5pPr marL="1828800" algn="l" defTabSz="914400" rtl="0" eaLnBrk="1" latinLnBrk="0" hangingPunct="1">
        <a:defRPr sz="1800" kern="1200">
          <a:solidFill>
            <a:srgbClr val="E8E4DC"/>
          </a:solidFill>
          <a:latin typeface="+mn-lt"/>
          <a:ea typeface="+mn-ea"/>
          <a:cs typeface="+mn-cs"/>
        </a:defRPr>
      </a:lvl5pPr>
      <a:lvl6pPr marL="2286000" algn="l" defTabSz="914400" rtl="0" eaLnBrk="1" latinLnBrk="0" hangingPunct="1">
        <a:defRPr sz="1800" kern="1200">
          <a:solidFill>
            <a:srgbClr val="E8E4DC"/>
          </a:solidFill>
          <a:latin typeface="+mn-lt"/>
          <a:ea typeface="+mn-ea"/>
          <a:cs typeface="+mn-cs"/>
        </a:defRPr>
      </a:lvl6pPr>
      <a:lvl7pPr marL="2743200" algn="l" defTabSz="914400" rtl="0" eaLnBrk="1" latinLnBrk="0" hangingPunct="1">
        <a:defRPr sz="1800" kern="1200">
          <a:solidFill>
            <a:srgbClr val="E8E4DC"/>
          </a:solidFill>
          <a:latin typeface="+mn-lt"/>
          <a:ea typeface="+mn-ea"/>
          <a:cs typeface="+mn-cs"/>
        </a:defRPr>
      </a:lvl7pPr>
      <a:lvl8pPr marL="3200400" algn="l" defTabSz="914400" rtl="0" eaLnBrk="1" latinLnBrk="0" hangingPunct="1">
        <a:defRPr sz="1800" kern="1200">
          <a:solidFill>
            <a:srgbClr val="E8E4DC"/>
          </a:solidFill>
          <a:latin typeface="+mn-lt"/>
          <a:ea typeface="+mn-ea"/>
          <a:cs typeface="+mn-cs"/>
        </a:defRPr>
      </a:lvl8pPr>
      <a:lvl9pPr marL="3657600" algn="l" defTabSz="914400" rtl="0" eaLnBrk="1" latinLnBrk="0" hangingPunct="1">
        <a:defRPr sz="1800" kern="1200">
          <a:solidFill>
            <a:srgbClr val="E8E4DC"/>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7.pn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13.png"/><Relationship Id="rId7" Type="http://schemas.openxmlformats.org/officeDocument/2006/relationships/image" Target="../media/image14.svg"/><Relationship Id="rId8" Type="http://schemas.openxmlformats.org/officeDocument/2006/relationships/image" Target="../media/image15.png"/><Relationship Id="rId9" Type="http://schemas.openxmlformats.org/officeDocument/2006/relationships/image" Target="../media/image16.svg"/><Relationship Id="rId10" Type="http://schemas.openxmlformats.org/officeDocument/2006/relationships/image" Target="../media/image17.png"/><Relationship Id="rId11" Type="http://schemas.openxmlformats.org/officeDocument/2006/relationships/image" Target="../media/image18.svg"/><Relationship Id="rId12" Type="http://schemas.openxmlformats.org/officeDocument/2006/relationships/image" Target="../media/image19.png"/><Relationship Id="rId13" Type="http://schemas.openxmlformats.org/officeDocument/2006/relationships/image" Target="../media/image20.svg"/><Relationship Id="rId14" Type="http://schemas.openxmlformats.org/officeDocument/2006/relationships/image" Target="../media/image21.png"/><Relationship Id="rId15" Type="http://schemas.openxmlformats.org/officeDocument/2006/relationships/image" Target="../media/image22.svg"/><Relationship Id="rId16" Type="http://schemas.openxmlformats.org/officeDocument/2006/relationships/image" Target="../media/image23.png"/><Relationship Id="rId17" Type="http://schemas.openxmlformats.org/officeDocument/2006/relationships/image" Target="../media/image24.svg"/><Relationship Id="rId18" Type="http://schemas.openxmlformats.org/officeDocument/2006/relationships/image" Target="../media/image1.png"/><Relationship Id="rId19" Type="http://schemas.openxmlformats.org/officeDocument/2006/relationships/image" Target="../media/image2.svg"/><Relationship Id="rId20" Type="http://schemas.openxmlformats.org/officeDocument/2006/relationships/image" Target="../media/image3.png"/><Relationship Id="rId21" Type="http://schemas.openxmlformats.org/officeDocument/2006/relationships/image" Target="../media/image4.svg"/><Relationship Id="rId22" Type="http://schemas.openxmlformats.org/officeDocument/2006/relationships/image" Target="../media/image25.png"/><Relationship Id="rId23" Type="http://schemas.openxmlformats.org/officeDocument/2006/relationships/image" Target="../media/image26.svg"/><Relationship Id="rId24" Type="http://schemas.openxmlformats.org/officeDocument/2006/relationships/image" Target="../media/image27.png"/><Relationship Id="rId25" Type="http://schemas.openxmlformats.org/officeDocument/2006/relationships/image" Target="../media/image28.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6"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10" name="Overline"/>
          <p:cNvSpPr txBox="1"/>
          <p:nvPr/>
        </p:nvSpPr>
        <p:spPr>
          <a:xfrm>
            <a:off x="1828800" y="1371600"/>
            <a:ext cx="8534400" cy="304800"/>
          </a:xfrm>
          <a:prstGeom prst="rect">
            <a:avLst/>
          </a:prstGeom>
          <a:noFill/>
          <a:ln>
            <a:noFill/>
          </a:ln>
        </p:spPr>
        <p:txBody>
          <a:bodyPr anchor="ctr" anchorCtr="0"/>
          <a:lstStyle/>
          <a:p>
            <a:pPr algn="ctr">
              <a:buNone/>
            </a:pPr>
            <a:r>
              <a:rPr lang="en-US" sz="1100" spc="600" dirty="0">
                <a:solidFill>
                  <a:srgbClr val="C9A84C"/>
                </a:solidFill>
                <a:latin typeface="Georgia"/>
              </a:rPr>
              <a:t>PRESENTATION TITLE</a:t>
            </a:r>
          </a:p>
        </p:txBody>
      </p:sp>
      <p:sp>
        <p:nvSpPr>
          <p:cNvPr id="11" name="Divider1"/>
          <p:cNvSpPr/>
          <p:nvPr/>
        </p:nvSpPr>
        <p:spPr>
          <a:xfrm>
            <a:off x="5334000" y="1752600"/>
            <a:ext cx="1524000" cy="0"/>
          </a:xfrm>
          <a:prstGeom prst="line">
            <a:avLst/>
          </a:prstGeom>
          <a:ln w="12700">
            <a:solidFill>
              <a:srgbClr val="FFD700"/>
            </a:solidFill>
          </a:ln>
        </p:spPr>
        <p:txBody>
          <a:bodyPr/>
          <a:lstStyle/>
          <a:p>
            <a:endParaRPr lang="en-US"/>
          </a:p>
        </p:txBody>
      </p:sp>
      <p:sp>
        <p:nvSpPr>
          <p:cNvPr id="12" name="MainTitle"/>
          <p:cNvSpPr txBox="1"/>
          <p:nvPr/>
        </p:nvSpPr>
        <p:spPr>
          <a:xfrm>
            <a:off x="914400" y="1905000"/>
            <a:ext cx="10363200" cy="1143000"/>
          </a:xfrm>
          <a:prstGeom prst="rect">
            <a:avLst/>
          </a:prstGeom>
          <a:noFill/>
          <a:ln>
            <a:noFill/>
          </a:ln>
        </p:spPr>
        <p:txBody>
          <a:bodyPr anchor="ctr" anchorCtr="0"/>
          <a:lstStyle/>
          <a:p>
            <a:pPr algn="ctr">
              <a:buNone/>
            </a:pPr>
            <a:r>
              <a:rPr lang="en-US" sz="4400" spc="100" dirty="0">
                <a:solidFill>
                  <a:srgbClr val="E8E4DC"/>
                </a:solidFill>
                <a:latin typeface="Georgia"/>
              </a:rPr>
              <a:t>Presentation Title</a:t>
            </a:r>
          </a:p>
        </p:txBody>
      </p:sp>
      <p:sp>
        <p:nvSpPr>
          <p:cNvPr id="13" name="Subtitle"/>
          <p:cNvSpPr txBox="1"/>
          <p:nvPr/>
        </p:nvSpPr>
        <p:spPr>
          <a:xfrm>
            <a:off x="1828800" y="3124200"/>
            <a:ext cx="8534400" cy="457200"/>
          </a:xfrm>
          <a:prstGeom prst="rect">
            <a:avLst/>
          </a:prstGeom>
          <a:noFill/>
          <a:ln>
            <a:noFill/>
          </a:ln>
        </p:spPr>
        <p:txBody>
          <a:bodyPr anchor="t" anchorCtr="0"/>
          <a:lstStyle/>
          <a:p>
            <a:pPr algn="ctr">
              <a:buNone/>
            </a:pPr>
            <a:r>
              <a:rPr lang="en-US" sz="1800" dirty="0">
                <a:solidFill>
                  <a:srgbClr val="8A857D"/>
                </a:solidFill>
                <a:latin typeface="Georgia"/>
              </a:rPr>
              <a:t>Subtitle or description goes here</a:t>
            </a:r>
          </a:p>
        </p:txBody>
      </p:sp>
      <p:sp>
        <p:nvSpPr>
          <p:cNvPr id="14" name="Meta"/>
          <p:cNvSpPr txBox="1"/>
          <p:nvPr/>
        </p:nvSpPr>
        <p:spPr>
          <a:xfrm>
            <a:off x="1828800" y="4572000"/>
            <a:ext cx="8534400" cy="304800"/>
          </a:xfrm>
          <a:prstGeom prst="rect">
            <a:avLst/>
          </a:prstGeom>
          <a:noFill/>
          <a:ln>
            <a:noFill/>
          </a:ln>
        </p:spPr>
        <p:txBody>
          <a:bodyPr anchor="ctr" anchorCtr="0"/>
          <a:lstStyle/>
          <a:p>
            <a:pPr algn="ctr">
              <a:buNone/>
            </a:pPr>
            <a:r>
              <a:rPr lang="en-US" sz="1100" spc="300" dirty="0">
                <a:solidFill>
                  <a:srgbClr val="5A5650"/>
                </a:solidFill>
                <a:latin typeface="Georgia"/>
              </a:rPr>
              <a:t>AUTHOR NAME  •  FEBRUARY 2026</a:t>
            </a:r>
          </a:p>
        </p:txBody>
      </p:sp>
      <p:sp>
        <p:nvSpPr>
          <p:cNvPr id="15" name="HashWatermark"/>
          <p:cNvSpPr txBox="1"/>
          <p:nvPr/>
        </p:nvSpPr>
        <p:spPr>
          <a:xfrm>
            <a:off x="457200" y="6172200"/>
            <a:ext cx="11277600" cy="228600"/>
          </a:xfrm>
          <a:prstGeom prst="rect">
            <a:avLst/>
          </a:prstGeom>
          <a:noFill/>
          <a:ln>
            <a:noFill/>
          </a:ln>
        </p:spPr>
        <p:txBody>
          <a:bodyPr anchor="ctr" anchorCtr="0"/>
          <a:lstStyle/>
          <a:p>
            <a:pPr algn="ctr">
              <a:buNone/>
            </a:pPr>
            <a:r>
              <a:rPr lang="en-US" sz="800" spc="200" dirty="0">
                <a:solidFill>
                  <a:srgbClr val="E8E4DC">
                    <a:alpha val="10000"/>
                  </a:srgbClr>
                </a:solidFill>
                <a:latin typeface="Consolas"/>
              </a:rPr>
              <a:t>0x7A3F9B2E1D4C8F06  •  SHA-256  •  BLOCK #881247  •  0xE5A1C8D3F7B24690</a:t>
            </a:r>
          </a:p>
        </p:txBody>
      </p:sp>
      <p:sp>
        <p:nvSpPr>
          <p:cNvPr id="900" name="Corner901"/>
          <p:cNvSpPr/>
          <p:nvPr/>
        </p:nvSpPr>
        <p:spPr>
          <a:xfrm>
            <a:off x="152400" y="152400"/>
            <a:ext cx="6096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152400"/>
            <a:ext cx="0" cy="609600"/>
          </a:xfrm>
          <a:prstGeom prst="line">
            <a:avLst/>
          </a:prstGeom>
          <a:ln w="6350">
            <a:solidFill>
              <a:srgbClr val="C9A84C">
                <a:alpha val="30000"/>
              </a:srgbClr>
            </a:solidFill>
          </a:ln>
        </p:spPr>
        <p:txBody>
          <a:bodyPr/>
          <a:lstStyle/>
          <a:p>
            <a:endParaRPr lang="en-US"/>
          </a:p>
        </p:txBody>
      </p:sp>
      <p:sp>
        <p:nvSpPr>
          <p:cNvPr id="902" name="Corner903"/>
          <p:cNvSpPr/>
          <p:nvPr/>
        </p:nvSpPr>
        <p:spPr>
          <a:xfrm>
            <a:off x="304800" y="304800"/>
            <a:ext cx="4572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304800" y="304800"/>
            <a:ext cx="0" cy="457200"/>
          </a:xfrm>
          <a:prstGeom prst="line">
            <a:avLst/>
          </a:prstGeom>
          <a:ln w="6350">
            <a:solidFill>
              <a:srgbClr val="C9A84C">
                <a:alpha val="30000"/>
              </a:srgbClr>
            </a:solidFill>
          </a:ln>
        </p:spPr>
        <p:txBody>
          <a:bodyPr/>
          <a:lstStyle/>
          <a:p>
            <a:endParaRPr lang="en-US"/>
          </a:p>
        </p:txBody>
      </p:sp>
      <p:sp>
        <p:nvSpPr>
          <p:cNvPr id="904" name="Corner905"/>
          <p:cNvSpPr/>
          <p:nvPr/>
        </p:nvSpPr>
        <p:spPr>
          <a:xfrm>
            <a:off x="457200" y="457200"/>
            <a:ext cx="304800" cy="0"/>
          </a:xfrm>
          <a:prstGeom prst="line">
            <a:avLst/>
          </a:prstGeom>
          <a:ln w="6350">
            <a:solidFill>
              <a:srgbClr val="C9A84C">
                <a:alpha val="30000"/>
              </a:srgbClr>
            </a:solidFill>
          </a:ln>
        </p:spPr>
        <p:txBody>
          <a:bodyPr/>
          <a:lstStyle/>
          <a:p>
            <a:endParaRPr lang="en-US"/>
          </a:p>
        </p:txBody>
      </p:sp>
      <p:sp>
        <p:nvSpPr>
          <p:cNvPr id="905" name="Corner906"/>
          <p:cNvSpPr/>
          <p:nvPr/>
        </p:nvSpPr>
        <p:spPr>
          <a:xfrm>
            <a:off x="457200" y="457200"/>
            <a:ext cx="0" cy="304800"/>
          </a:xfrm>
          <a:prstGeom prst="line">
            <a:avLst/>
          </a:prstGeom>
          <a:ln w="6350">
            <a:solidFill>
              <a:srgbClr val="C9A84C">
                <a:alpha val="30000"/>
              </a:srgbClr>
            </a:solidFill>
          </a:ln>
        </p:spPr>
        <p:txBody>
          <a:bodyPr/>
          <a:lstStyle/>
          <a:p>
            <a:endParaRPr lang="en-US"/>
          </a:p>
        </p:txBody>
      </p:sp>
      <p:sp>
        <p:nvSpPr>
          <p:cNvPr id="906" name="Corner907"/>
          <p:cNvSpPr/>
          <p:nvPr/>
        </p:nvSpPr>
        <p:spPr>
          <a:xfrm>
            <a:off x="11430000" y="6705600"/>
            <a:ext cx="6096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2039600" y="6096000"/>
            <a:ext cx="0" cy="609600"/>
          </a:xfrm>
          <a:prstGeom prst="line">
            <a:avLst/>
          </a:prstGeom>
          <a:ln w="6350">
            <a:solidFill>
              <a:srgbClr val="C9A84C">
                <a:alpha val="30000"/>
              </a:srgbClr>
            </a:solidFill>
          </a:ln>
        </p:spPr>
        <p:txBody>
          <a:bodyPr/>
          <a:lstStyle/>
          <a:p>
            <a:endParaRPr lang="en-US"/>
          </a:p>
        </p:txBody>
      </p:sp>
      <p:sp>
        <p:nvSpPr>
          <p:cNvPr id="908" name="Corner909"/>
          <p:cNvSpPr/>
          <p:nvPr/>
        </p:nvSpPr>
        <p:spPr>
          <a:xfrm>
            <a:off x="11430000" y="6553200"/>
            <a:ext cx="457200" cy="0"/>
          </a:xfrm>
          <a:prstGeom prst="line">
            <a:avLst/>
          </a:prstGeom>
          <a:ln w="6350">
            <a:solidFill>
              <a:srgbClr val="C9A84C">
                <a:alpha val="30000"/>
              </a:srgbClr>
            </a:solidFill>
          </a:ln>
        </p:spPr>
        <p:txBody>
          <a:bodyPr/>
          <a:lstStyle/>
          <a:p>
            <a:endParaRPr lang="en-US"/>
          </a:p>
        </p:txBody>
      </p:sp>
      <p:sp>
        <p:nvSpPr>
          <p:cNvPr id="909" name="Corner910"/>
          <p:cNvSpPr/>
          <p:nvPr/>
        </p:nvSpPr>
        <p:spPr>
          <a:xfrm>
            <a:off x="11887200" y="6096000"/>
            <a:ext cx="0" cy="457200"/>
          </a:xfrm>
          <a:prstGeom prst="line">
            <a:avLst/>
          </a:prstGeom>
          <a:ln w="6350">
            <a:solidFill>
              <a:srgbClr val="C9A84C">
                <a:alpha val="30000"/>
              </a:srgbClr>
            </a:solidFill>
          </a:ln>
        </p:spPr>
        <p:txBody>
          <a:bodyPr/>
          <a:lstStyle/>
          <a:p>
            <a:endParaRPr lang="en-US"/>
          </a:p>
        </p:txBody>
      </p:sp>
      <p:sp>
        <p:nvSpPr>
          <p:cNvPr id="910" name="Corner911"/>
          <p:cNvSpPr/>
          <p:nvPr/>
        </p:nvSpPr>
        <p:spPr>
          <a:xfrm>
            <a:off x="11430000" y="6400800"/>
            <a:ext cx="304800" cy="0"/>
          </a:xfrm>
          <a:prstGeom prst="line">
            <a:avLst/>
          </a:prstGeom>
          <a:ln w="6350">
            <a:solidFill>
              <a:srgbClr val="C9A84C">
                <a:alpha val="30000"/>
              </a:srgbClr>
            </a:solidFill>
          </a:ln>
        </p:spPr>
        <p:txBody>
          <a:bodyPr/>
          <a:lstStyle/>
          <a:p>
            <a:endParaRPr lang="en-US"/>
          </a:p>
        </p:txBody>
      </p:sp>
      <p:sp>
        <p:nvSpPr>
          <p:cNvPr id="911" name="Corner912"/>
          <p:cNvSpPr/>
          <p:nvPr/>
        </p:nvSpPr>
        <p:spPr>
          <a:xfrm>
            <a:off x="11734800" y="6096000"/>
            <a:ext cx="0" cy="30480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4002228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5"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26" name="EncryptedBg"/>
          <p:cNvSpPr txBox="1"/>
          <p:nvPr/>
        </p:nvSpPr>
        <p:spPr>
          <a:xfrm>
            <a:off x="5486400" y="457200"/>
            <a:ext cx="6400800" cy="5943600"/>
          </a:xfrm>
          <a:prstGeom prst="rect">
            <a:avLst/>
          </a:prstGeom>
          <a:noFill/>
          <a:ln>
            <a:noFill/>
          </a:ln>
        </p:spPr>
        <p:txBody>
          <a:bodyPr wrap="none" anchor="t"/>
          <a:lstStyle/>
          <a:p>
            <a:pPr algn="l">
              <a:lnSpc>
                <a:spcPts val="1800"/>
              </a:lnSpc>
              <a:buNone/>
            </a:pPr>
            <a:r>
              <a:rPr lang="en-US" sz="900" spc="200" dirty="0">
                <a:solidFill>
                  <a:srgbClr val="C9A84C">
                    <a:alpha val="6000"/>
                  </a:srgbClr>
                </a:solidFill>
                <a:latin typeface="Consolas"/>
              </a:rPr>
              <a:t>0xA3F7 9B2E 1D4C 8F06 E5A1 C8D3 F7B2 4690
0x7E91 3FA8 2C5D 0B67 D4F2 8A1E 6C39 B750
0x1B84 6DE0 F293 5A7C 08D1 4FE6 B3A9 2C58
0xC4D8 71F5 0E6A 39B2 A847 5C1D 6F03 E9BA
0x58A2 C7E1 3D09 F684 B15C 0A73 2EF8 D946
0x9F3B 4E27 D186 A0C5 73F4 1E8D 6B02 5CA9
0x2D71 E803 6FAC B549 1C87 5E3A 0FD2 A6B4
0xE619 8A4F C3D5 0B72 67F1 3EA8 9C24 5D0B
0x4C8E D1A6 7523 F0B9 2E84 C71F A350 6D8E
0xB35F 0C92 E7D4 186A 4FB3 A2C8 5E71 0D69
0x6A04 F8D3 1B95 C2E7 830A 4F16 D5BC 72AE
0x83C1 5E7D 4A06 FB29 D814 3C67 A0E5 9B2F
0xDF42 186B A9C3 5E70 2F84 B1D6 C738 0EA5
0x15AE 7C43 D0F8 629B E4A7 381D 5B06 CF92
0x72D9 0B5E A183 C4F6 3E07 8D2A 6F15 B4C8
0xAE60 3D8C F174 5B29 C0E3 7A46 2F18 D5B9
0x491C 8ED5 B367 0AF2 C841 3E7A 56D0 F9B2
0xF028 5CA9 7E31 D4B6 1A83 0FC5 6247 E8DA</a:t>
            </a:r>
          </a:p>
        </p:txBody>
      </p:sp>
      <p:sp>
        <p:nvSpPr>
          <p:cNvPr id="20" name="VertBar"/>
          <p:cNvSpPr/>
          <p:nvPr/>
        </p:nvSpPr>
        <p:spPr>
          <a:xfrm>
            <a:off x="914400" y="2100000"/>
            <a:ext cx="27000" cy="2400000"/>
          </a:xfrm>
          <a:prstGeom prst="rect">
            <a:avLst/>
          </a:prstGeom>
          <a:gradFill>
            <a:gsLst>
              <a:gs pos="0">
                <a:srgbClr val="FFD700"/>
              </a:gs>
              <a:gs pos="100000">
                <a:srgbClr val="C9A84C">
                  <a:alpha val="30000"/>
                </a:srgbClr>
              </a:gs>
            </a:gsLst>
            <a:lin ang="5400000" scaled="1"/>
          </a:gradFill>
          <a:ln>
            <a:noFill/>
          </a:ln>
        </p:spPr>
        <p:txBody>
          <a:bodyPr/>
          <a:lstStyle/>
          <a:p>
            <a:endParaRPr lang="en-US"/>
          </a:p>
        </p:txBody>
      </p:sp>
      <p:sp>
        <p:nvSpPr>
          <p:cNvPr id="21" name="SectionNum"/>
          <p:cNvSpPr txBox="1"/>
          <p:nvPr/>
        </p:nvSpPr>
        <p:spPr>
          <a:xfrm>
            <a:off x="1219200" y="2100000"/>
            <a:ext cx="9601200" cy="304800"/>
          </a:xfrm>
          <a:prstGeom prst="rect">
            <a:avLst/>
          </a:prstGeom>
          <a:noFill/>
          <a:ln>
            <a:noFill/>
          </a:ln>
        </p:spPr>
        <p:txBody>
          <a:bodyPr anchor="b"/>
          <a:lstStyle/>
          <a:p>
            <a:pPr algn="l">
              <a:buNone/>
            </a:pPr>
            <a:r>
              <a:rPr lang="en-US" sz="1100" spc="500" dirty="0">
                <a:solidFill>
                  <a:srgbClr val="C9A84C"/>
                </a:solidFill>
                <a:latin typeface="Georgia"/>
              </a:rPr>
              <a:t>SECTION 01</a:t>
            </a:r>
          </a:p>
        </p:txBody>
      </p:sp>
      <p:sp>
        <p:nvSpPr>
          <p:cNvPr id="22" name="SectionTitle"/>
          <p:cNvSpPr txBox="1"/>
          <p:nvPr/>
        </p:nvSpPr>
        <p:spPr>
          <a:xfrm>
            <a:off x="1219200" y="2480000"/>
            <a:ext cx="9601200" cy="914400"/>
          </a:xfrm>
          <a:prstGeom prst="rect">
            <a:avLst/>
          </a:prstGeom>
          <a:noFill/>
          <a:ln>
            <a:noFill/>
          </a:ln>
        </p:spPr>
        <p:txBody>
          <a:bodyPr anchor="t"/>
          <a:lstStyle/>
          <a:p>
            <a:pPr algn="l">
              <a:buNone/>
            </a:pPr>
            <a:r>
              <a:rPr lang="en-US" sz="3600" spc="50" dirty="0">
                <a:solidFill>
                  <a:srgbClr val="E8E4DC"/>
                </a:solidFill>
                <a:latin typeface="Georgia"/>
              </a:rPr>
              <a:t>Section Title</a:t>
            </a:r>
          </a:p>
        </p:txBody>
      </p:sp>
      <p:sp>
        <p:nvSpPr>
          <p:cNvPr id="23" name="SectionDesc"/>
          <p:cNvSpPr txBox="1"/>
          <p:nvPr/>
        </p:nvSpPr>
        <p:spPr>
          <a:xfrm>
            <a:off x="1219200" y="3500000"/>
            <a:ext cx="7315200" cy="609600"/>
          </a:xfrm>
          <a:prstGeom prst="rect">
            <a:avLst/>
          </a:prstGeom>
          <a:noFill/>
          <a:ln>
            <a:noFill/>
          </a:ln>
        </p:spPr>
        <p:txBody>
          <a:bodyPr anchor="t"/>
          <a:lstStyle/>
          <a:p>
            <a:pPr algn="l">
              <a:buNone/>
            </a:pPr>
            <a:r>
              <a:rPr lang="en-US" sz="1600" dirty="0">
                <a:solidFill>
                  <a:srgbClr val="8A857D"/>
                </a:solidFill>
                <a:latin typeface="Georgia"/>
              </a:rPr>
              <a:t>Brief section description or context-setting statement</a:t>
            </a:r>
          </a:p>
        </p:txBody>
      </p:sp>
      <p:sp>
        <p:nvSpPr>
          <p:cNvPr id="24" name="SectionDivider"/>
          <p:cNvSpPr/>
          <p:nvPr/>
        </p:nvSpPr>
        <p:spPr>
          <a:xfrm>
            <a:off x="1219200" y="4300000"/>
            <a:ext cx="2286000" cy="0"/>
          </a:xfrm>
          <a:prstGeom prst="line">
            <a:avLst/>
          </a:prstGeom>
          <a:ln w="9525">
            <a:solidFill>
              <a:srgbClr val="FFD700">
                <a:alpha val="40000"/>
              </a:srgbClr>
            </a:solidFill>
          </a:ln>
        </p:spPr>
        <p:txBody>
          <a:bodyPr/>
          <a:lstStyle/>
          <a:p>
            <a:endParaRPr lang="en-US"/>
          </a:p>
        </p:txBody>
      </p:sp>
      <p:sp>
        <p:nvSpPr>
          <p:cNvPr id="900" name="C901"/>
          <p:cNvSpPr/>
          <p:nvPr/>
        </p:nvSpPr>
        <p:spPr>
          <a:xfrm>
            <a:off x="152400" y="152400"/>
            <a:ext cx="4572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152400"/>
            <a:ext cx="0" cy="457200"/>
          </a:xfrm>
          <a:prstGeom prst="line">
            <a:avLst/>
          </a:prstGeom>
          <a:ln w="6350">
            <a:solidFill>
              <a:srgbClr val="C9A84C">
                <a:alpha val="30000"/>
              </a:srgbClr>
            </a:solidFill>
          </a:ln>
        </p:spPr>
        <p:txBody>
          <a:bodyPr/>
          <a:lstStyle/>
          <a:p>
            <a:endParaRPr lang="en-US"/>
          </a:p>
        </p:txBody>
      </p:sp>
      <p:sp>
        <p:nvSpPr>
          <p:cNvPr id="902" name="C903"/>
          <p:cNvSpPr/>
          <p:nvPr/>
        </p:nvSpPr>
        <p:spPr>
          <a:xfrm>
            <a:off x="609600" y="152400"/>
            <a:ext cx="0" cy="76200"/>
          </a:xfrm>
          <a:prstGeom prst="line">
            <a:avLst/>
          </a:prstGeom>
          <a:ln w="6350">
            <a:solidFill>
              <a:srgbClr val="C9A84C">
                <a:alpha val="30000"/>
              </a:srgbClr>
            </a:solidFill>
          </a:ln>
        </p:spPr>
        <p:txBody>
          <a:bodyPr/>
          <a:lstStyle/>
          <a:p>
            <a:endParaRPr lang="en-US"/>
          </a:p>
        </p:txBody>
      </p:sp>
      <p:sp>
        <p:nvSpPr>
          <p:cNvPr id="903" name="C904"/>
          <p:cNvSpPr/>
          <p:nvPr/>
        </p:nvSpPr>
        <p:spPr>
          <a:xfrm>
            <a:off x="152400" y="609600"/>
            <a:ext cx="76200" cy="0"/>
          </a:xfrm>
          <a:prstGeom prst="line">
            <a:avLst/>
          </a:prstGeom>
          <a:ln w="6350">
            <a:solidFill>
              <a:srgbClr val="C9A84C">
                <a:alpha val="30000"/>
              </a:srgbClr>
            </a:solidFill>
          </a:ln>
        </p:spPr>
        <p:txBody>
          <a:bodyPr/>
          <a:lstStyle/>
          <a:p>
            <a:endParaRPr lang="en-US"/>
          </a:p>
        </p:txBody>
      </p:sp>
      <p:sp>
        <p:nvSpPr>
          <p:cNvPr id="904" name="C905"/>
          <p:cNvSpPr/>
          <p:nvPr/>
        </p:nvSpPr>
        <p:spPr>
          <a:xfrm>
            <a:off x="304800" y="304800"/>
            <a:ext cx="304800" cy="0"/>
          </a:xfrm>
          <a:prstGeom prst="line">
            <a:avLst/>
          </a:prstGeom>
          <a:ln w="6350">
            <a:solidFill>
              <a:srgbClr val="C9A84C">
                <a:alpha val="30000"/>
              </a:srgbClr>
            </a:solidFill>
          </a:ln>
        </p:spPr>
        <p:txBody>
          <a:bodyPr/>
          <a:lstStyle/>
          <a:p>
            <a:endParaRPr lang="en-US"/>
          </a:p>
        </p:txBody>
      </p:sp>
      <p:sp>
        <p:nvSpPr>
          <p:cNvPr id="905" name="C906"/>
          <p:cNvSpPr/>
          <p:nvPr/>
        </p:nvSpPr>
        <p:spPr>
          <a:xfrm>
            <a:off x="304800" y="304800"/>
            <a:ext cx="0" cy="304800"/>
          </a:xfrm>
          <a:prstGeom prst="line">
            <a:avLst/>
          </a:prstGeom>
          <a:ln w="6350">
            <a:solidFill>
              <a:srgbClr val="C9A84C">
                <a:alpha val="30000"/>
              </a:srgbClr>
            </a:solidFill>
          </a:ln>
        </p:spPr>
        <p:txBody>
          <a:bodyPr/>
          <a:lstStyle/>
          <a:p>
            <a:endParaRPr lang="en-US"/>
          </a:p>
        </p:txBody>
      </p:sp>
      <p:sp>
        <p:nvSpPr>
          <p:cNvPr id="906" name="C907"/>
          <p:cNvSpPr/>
          <p:nvPr/>
        </p:nvSpPr>
        <p:spPr>
          <a:xfrm>
            <a:off x="609600" y="304800"/>
            <a:ext cx="0" cy="76200"/>
          </a:xfrm>
          <a:prstGeom prst="line">
            <a:avLst/>
          </a:prstGeom>
          <a:ln w="6350">
            <a:solidFill>
              <a:srgbClr val="C9A84C">
                <a:alpha val="30000"/>
              </a:srgbClr>
            </a:solidFill>
          </a:ln>
        </p:spPr>
        <p:txBody>
          <a:bodyPr/>
          <a:lstStyle/>
          <a:p>
            <a:endParaRPr lang="en-US"/>
          </a:p>
        </p:txBody>
      </p:sp>
      <p:sp>
        <p:nvSpPr>
          <p:cNvPr id="907" name="C908"/>
          <p:cNvSpPr/>
          <p:nvPr/>
        </p:nvSpPr>
        <p:spPr>
          <a:xfrm>
            <a:off x="304800" y="609600"/>
            <a:ext cx="76200" cy="0"/>
          </a:xfrm>
          <a:prstGeom prst="line">
            <a:avLst/>
          </a:prstGeom>
          <a:ln w="6350">
            <a:solidFill>
              <a:srgbClr val="C9A84C">
                <a:alpha val="30000"/>
              </a:srgbClr>
            </a:solidFill>
          </a:ln>
        </p:spPr>
        <p:txBody>
          <a:bodyPr/>
          <a:lstStyle/>
          <a:p>
            <a:endParaRPr lang="en-US"/>
          </a:p>
        </p:txBody>
      </p:sp>
      <p:sp>
        <p:nvSpPr>
          <p:cNvPr id="908" name="C909"/>
          <p:cNvSpPr/>
          <p:nvPr/>
        </p:nvSpPr>
        <p:spPr>
          <a:xfrm>
            <a:off x="11582400" y="6705600"/>
            <a:ext cx="457200" cy="0"/>
          </a:xfrm>
          <a:prstGeom prst="line">
            <a:avLst/>
          </a:prstGeom>
          <a:ln w="6350">
            <a:solidFill>
              <a:srgbClr val="C9A84C">
                <a:alpha val="30000"/>
              </a:srgbClr>
            </a:solidFill>
          </a:ln>
        </p:spPr>
        <p:txBody>
          <a:bodyPr/>
          <a:lstStyle/>
          <a:p>
            <a:endParaRPr lang="en-US"/>
          </a:p>
        </p:txBody>
      </p:sp>
      <p:sp>
        <p:nvSpPr>
          <p:cNvPr id="909" name="C910"/>
          <p:cNvSpPr/>
          <p:nvPr/>
        </p:nvSpPr>
        <p:spPr>
          <a:xfrm>
            <a:off x="12039600" y="6248400"/>
            <a:ext cx="0" cy="457200"/>
          </a:xfrm>
          <a:prstGeom prst="line">
            <a:avLst/>
          </a:prstGeom>
          <a:ln w="6350">
            <a:solidFill>
              <a:srgbClr val="C9A84C">
                <a:alpha val="30000"/>
              </a:srgbClr>
            </a:solidFill>
          </a:ln>
        </p:spPr>
        <p:txBody>
          <a:bodyPr/>
          <a:lstStyle/>
          <a:p>
            <a:endParaRPr lang="en-US"/>
          </a:p>
        </p:txBody>
      </p:sp>
      <p:sp>
        <p:nvSpPr>
          <p:cNvPr id="910" name="C911"/>
          <p:cNvSpPr/>
          <p:nvPr/>
        </p:nvSpPr>
        <p:spPr>
          <a:xfrm>
            <a:off x="11582400" y="6629400"/>
            <a:ext cx="0" cy="76200"/>
          </a:xfrm>
          <a:prstGeom prst="line">
            <a:avLst/>
          </a:prstGeom>
          <a:ln w="6350">
            <a:solidFill>
              <a:srgbClr val="C9A84C">
                <a:alpha val="30000"/>
              </a:srgbClr>
            </a:solidFill>
          </a:ln>
        </p:spPr>
        <p:txBody>
          <a:bodyPr/>
          <a:lstStyle/>
          <a:p>
            <a:endParaRPr lang="en-US"/>
          </a:p>
        </p:txBody>
      </p:sp>
      <p:sp>
        <p:nvSpPr>
          <p:cNvPr id="911" name="C912"/>
          <p:cNvSpPr/>
          <p:nvPr/>
        </p:nvSpPr>
        <p:spPr>
          <a:xfrm>
            <a:off x="11963400" y="6248400"/>
            <a:ext cx="76200" cy="0"/>
          </a:xfrm>
          <a:prstGeom prst="line">
            <a:avLst/>
          </a:prstGeom>
          <a:ln w="6350">
            <a:solidFill>
              <a:srgbClr val="C9A84C">
                <a:alpha val="30000"/>
              </a:srgbClr>
            </a:solidFill>
          </a:ln>
        </p:spPr>
        <p:txBody>
          <a:bodyPr/>
          <a:lstStyle/>
          <a:p>
            <a:endParaRPr lang="en-US"/>
          </a:p>
        </p:txBody>
      </p:sp>
      <p:sp>
        <p:nvSpPr>
          <p:cNvPr id="912" name="C913"/>
          <p:cNvSpPr/>
          <p:nvPr/>
        </p:nvSpPr>
        <p:spPr>
          <a:xfrm>
            <a:off x="11582400" y="6553200"/>
            <a:ext cx="304800" cy="0"/>
          </a:xfrm>
          <a:prstGeom prst="line">
            <a:avLst/>
          </a:prstGeom>
          <a:ln w="6350">
            <a:solidFill>
              <a:srgbClr val="C9A84C">
                <a:alpha val="30000"/>
              </a:srgbClr>
            </a:solidFill>
          </a:ln>
        </p:spPr>
        <p:txBody>
          <a:bodyPr/>
          <a:lstStyle/>
          <a:p>
            <a:endParaRPr lang="en-US"/>
          </a:p>
        </p:txBody>
      </p:sp>
      <p:sp>
        <p:nvSpPr>
          <p:cNvPr id="913" name="C914"/>
          <p:cNvSpPr/>
          <p:nvPr/>
        </p:nvSpPr>
        <p:spPr>
          <a:xfrm>
            <a:off x="11887200" y="6248400"/>
            <a:ext cx="0" cy="304800"/>
          </a:xfrm>
          <a:prstGeom prst="line">
            <a:avLst/>
          </a:prstGeom>
          <a:ln w="6350">
            <a:solidFill>
              <a:srgbClr val="C9A84C">
                <a:alpha val="30000"/>
              </a:srgbClr>
            </a:solidFill>
          </a:ln>
        </p:spPr>
        <p:txBody>
          <a:bodyPr/>
          <a:lstStyle/>
          <a:p>
            <a:endParaRPr lang="en-US"/>
          </a:p>
        </p:txBody>
      </p:sp>
      <p:sp>
        <p:nvSpPr>
          <p:cNvPr id="914" name="C915"/>
          <p:cNvSpPr/>
          <p:nvPr/>
        </p:nvSpPr>
        <p:spPr>
          <a:xfrm>
            <a:off x="11582400" y="6477000"/>
            <a:ext cx="0" cy="76200"/>
          </a:xfrm>
          <a:prstGeom prst="line">
            <a:avLst/>
          </a:prstGeom>
          <a:ln w="6350">
            <a:solidFill>
              <a:srgbClr val="C9A84C">
                <a:alpha val="30000"/>
              </a:srgbClr>
            </a:solidFill>
          </a:ln>
        </p:spPr>
        <p:txBody>
          <a:bodyPr/>
          <a:lstStyle/>
          <a:p>
            <a:endParaRPr lang="en-US"/>
          </a:p>
        </p:txBody>
      </p:sp>
      <p:sp>
        <p:nvSpPr>
          <p:cNvPr id="915" name="C916"/>
          <p:cNvSpPr/>
          <p:nvPr/>
        </p:nvSpPr>
        <p:spPr>
          <a:xfrm>
            <a:off x="11811000" y="6248400"/>
            <a:ext cx="76200" cy="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1736423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34"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900" name="Corner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orner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CornerDia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orner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orner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orner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CornerDia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
        <p:nvSpPr>
          <p:cNvPr id="3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37"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0xA3F7 9B2E 1D4C 8F06 E5A1 C8D3 F7B2 4690 7E91 3FA8 2C5D 0B67</a:t>
            </a:r>
          </a:p>
        </p:txBody>
      </p:sp>
      <p:sp>
        <p:nvSpPr>
          <p:cNvPr id="31" name="ContentOverline"/>
          <p:cNvSpPr txBox="1"/>
          <p:nvPr/>
        </p:nvSpPr>
        <p:spPr>
          <a:xfrm>
            <a:off x="762000" y="304800"/>
            <a:ext cx="5486400" cy="274320"/>
          </a:xfrm>
          <a:prstGeom prst="rect">
            <a:avLst/>
          </a:prstGeom>
          <a:noFill/>
          <a:ln>
            <a:noFill/>
          </a:ln>
        </p:spPr>
        <p:txBody>
          <a:bodyPr anchor="b"/>
          <a:lstStyle/>
          <a:p>
            <a:pPr algn="l">
              <a:buNone/>
            </a:pPr>
            <a:r>
              <a:rPr lang="en-US" sz="1000" spc="500" dirty="0">
                <a:solidFill>
                  <a:srgbClr val="C9A84C"/>
                </a:solidFill>
                <a:latin typeface="Georgia"/>
              </a:rPr>
              <a:t>TOPIC LABEL</a:t>
            </a:r>
          </a:p>
        </p:txBody>
      </p:sp>
      <p:sp>
        <p:nvSpPr>
          <p:cNvPr id="32" name="ContentTitle"/>
          <p:cNvSpPr txBox="1"/>
          <p:nvPr/>
        </p:nvSpPr>
        <p:spPr>
          <a:xfrm>
            <a:off x="762000" y="579120"/>
            <a:ext cx="10972800" cy="609600"/>
          </a:xfrm>
          <a:prstGeom prst="rect">
            <a:avLst/>
          </a:prstGeom>
          <a:noFill/>
          <a:ln>
            <a:noFill/>
          </a:ln>
        </p:spPr>
        <p:txBody>
          <a:bodyPr anchor="t"/>
          <a:lstStyle/>
          <a:p>
            <a:pPr algn="l">
              <a:buNone/>
            </a:pPr>
            <a:r>
              <a:rPr lang="en-US" sz="2800" spc="50" dirty="0">
                <a:solidFill>
                  <a:srgbClr val="E8E4DC"/>
                </a:solidFill>
                <a:latin typeface="Georgia"/>
              </a:rPr>
              <a:t>Slide Title Goes Here</a:t>
            </a:r>
          </a:p>
        </p:txBody>
      </p:sp>
      <p:sp>
        <p:nvSpPr>
          <p:cNvPr id="33" name="TitleDivider"/>
          <p:cNvSpPr/>
          <p:nvPr/>
        </p:nvSpPr>
        <p:spPr>
          <a:xfrm>
            <a:off x="762000" y="1295400"/>
            <a:ext cx="1143000" cy="0"/>
          </a:xfrm>
          <a:prstGeom prst="line">
            <a:avLst/>
          </a:prstGeom>
          <a:ln w="12700">
            <a:solidFill>
              <a:srgbClr val="FFD700"/>
            </a:solidFill>
          </a:ln>
        </p:spPr>
        <p:txBody>
          <a:bodyPr/>
          <a:lstStyle/>
          <a:p>
            <a:endParaRPr lang="en-US"/>
          </a:p>
        </p:txBody>
      </p:sp>
      <p:sp>
        <p:nvSpPr>
          <p:cNvPr id="38" name="ContentCard"/>
          <p:cNvSpPr/>
          <p:nvPr/>
        </p:nvSpPr>
        <p:spPr>
          <a:xfrm>
            <a:off x="762000" y="1524000"/>
            <a:ext cx="6629400" cy="4876800"/>
          </a:xfrm>
          <a:prstGeom prst="rect">
            <a:avLst/>
          </a:prstGeom>
          <a:solidFill>
            <a:srgbClr val="0A0A0A"/>
          </a:solidFill>
          <a:ln w="6350">
            <a:solidFill>
              <a:srgbClr val="FFD700">
                <a:alpha val="8000"/>
              </a:srgbClr>
            </a:solidFill>
          </a:ln>
          <a:effectLst>
            <a:outerShdw blurRad="76200" dist="25400" dir="5400000" algn="bl" rotWithShape="0">
              <a:srgbClr val="C9A84C">
                <a:alpha val="10000"/>
              </a:srgbClr>
            </a:outerShdw>
          </a:effectLst>
        </p:spPr>
        <p:txBody>
          <a:bodyPr/>
          <a:lstStyle/>
          <a:p>
            <a:endParaRPr lang="en-US"/>
          </a:p>
        </p:txBody>
      </p:sp>
      <p:sp>
        <p:nvSpPr>
          <p:cNvPr id="39" name="ContentBody"/>
          <p:cNvSpPr txBox="1"/>
          <p:nvPr/>
        </p:nvSpPr>
        <p:spPr>
          <a:xfrm>
            <a:off x="990600" y="1752600"/>
            <a:ext cx="6172200" cy="4419600"/>
          </a:xfrm>
          <a:prstGeom prst="rect">
            <a:avLst/>
          </a:prstGeom>
          <a:noFill/>
          <a:ln>
            <a:noFill/>
          </a:ln>
        </p:spPr>
        <p:txBody>
          <a:bodyPr anchor="t"/>
          <a:lstStyle/>
          <a:p>
            <a:pPr marL="228600" indent="-228600" algn="l">
              <a:spcAft>
                <a:spcPts val="1000"/>
              </a:spcAft>
              <a:buFont typeface="Arial"/>
              <a:buChar char="•"/>
            </a:pPr>
            <a:r>
              <a:rPr lang="en-US" sz="1800" dirty="0">
                <a:solidFill>
                  <a:srgbClr val="E8E4DC"/>
                </a:solidFill>
                <a:latin typeface="Georgia"/>
              </a:rPr>
              <a:t>First key point with supporting detail about the topic</a:t>
            </a:r>
          </a:p>
          <a:p>
            <a:pPr marL="228600" indent="-228600" algn="l">
              <a:spcAft>
                <a:spcPts val="1000"/>
              </a:spcAft>
              <a:buFont typeface="Arial"/>
              <a:buChar char="•"/>
            </a:pPr>
            <a:r>
              <a:rPr lang="en-US" sz="1800" dirty="0">
                <a:solidFill>
                  <a:srgbClr val="E8E4DC"/>
                </a:solidFill>
                <a:latin typeface="Georgia"/>
              </a:rPr>
              <a:t>Second key point that expands on the main narrative</a:t>
            </a:r>
          </a:p>
          <a:p>
            <a:pPr marL="228600" indent="-228600" algn="l">
              <a:spcAft>
                <a:spcPts val="1000"/>
              </a:spcAft>
              <a:buFont typeface="Arial"/>
              <a:buChar char="•"/>
            </a:pPr>
            <a:r>
              <a:rPr lang="en-US" sz="1800" dirty="0">
                <a:solidFill>
                  <a:srgbClr val="E8E4DC"/>
                </a:solidFill>
                <a:latin typeface="Georgia"/>
              </a:rPr>
              <a:t>Third point providing evidence or context</a:t>
            </a:r>
          </a:p>
          <a:p>
            <a:pPr marL="228600" indent="-228600" algn="l">
              <a:spcAft>
                <a:spcPts val="1000"/>
              </a:spcAft>
              <a:buFont typeface="Arial"/>
              <a:buChar char="•"/>
            </a:pPr>
            <a:r>
              <a:rPr lang="en-US" sz="1800" dirty="0">
                <a:solidFill>
                  <a:srgbClr val="E8E4DC"/>
                </a:solidFill>
                <a:latin typeface="Georgia"/>
              </a:rPr>
              <a:t>Final point with concluding insight or takeaway</a:t>
            </a:r>
          </a:p>
        </p:txBody>
      </p:sp>
      <p:sp>
        <p:nvSpPr>
          <p:cNvPr id="40" name="VisualArea"/>
          <p:cNvSpPr/>
          <p:nvPr/>
        </p:nvSpPr>
        <p:spPr>
          <a:xfrm>
            <a:off x="7620000" y="1524000"/>
            <a:ext cx="4114800" cy="4876800"/>
          </a:xfrm>
          <a:prstGeom prst="rect">
            <a:avLst/>
          </a:prstGeom>
          <a:solidFill>
            <a:srgbClr val="060606"/>
          </a:solidFill>
          <a:ln w="6350">
            <a:solidFill>
              <a:srgbClr val="C9A84C">
                <a:alpha val="10000"/>
              </a:srgbClr>
            </a:solidFill>
          </a:ln>
        </p:spPr>
        <p:txBody>
          <a:bodyPr anchor="ctr" anchorCtr="1"/>
          <a:lstStyle/>
          <a:p>
            <a:pPr algn="ctr">
              <a:buNone/>
            </a:pPr>
            <a:r>
              <a:rPr lang="en-US" sz="1100" spc="300" dirty="0">
                <a:solidFill>
                  <a:srgbClr val="5A5650"/>
                </a:solidFill>
                <a:latin typeface="Georgia"/>
              </a:rPr>
              <a:t>IMAGE, ICON</a:t>
            </a:r>
          </a:p>
          <a:p>
            <a:pPr algn="ctr">
              <a:buNone/>
            </a:pPr>
            <a:r>
              <a:rPr lang="en-US" sz="1100" spc="300" dirty="0">
                <a:solidFill>
                  <a:srgbClr val="5A5650"/>
                </a:solidFill>
                <a:latin typeface="Georgia"/>
              </a:rPr>
              <a:t>OR VISUAL</a:t>
            </a:r>
          </a:p>
        </p:txBody>
      </p:sp>
      <p:sp>
        <p:nvSpPr>
          <p:cNvPr id="41" name="VisAccent"/>
          <p:cNvSpPr/>
          <p:nvPr/>
        </p:nvSpPr>
        <p:spPr>
          <a:xfrm>
            <a:off x="7620000" y="1524000"/>
            <a:ext cx="4114800" cy="27000"/>
          </a:xfrm>
          <a:prstGeom prst="rect">
            <a:avLst/>
          </a:prstGeom>
          <a:solidFill>
            <a:srgbClr val="FFD700">
              <a:alpha val="40000"/>
            </a:srgbClr>
          </a:solidFill>
          <a:ln>
            <a:noFill/>
          </a:ln>
        </p:spPr>
        <p:txBody>
          <a:bodyPr/>
          <a:lstStyle/>
          <a:p>
            <a:endParaRPr lang="en-US"/>
          </a:p>
        </p:txBody>
      </p:sp>
    </p:spTree>
    <p:extLst>
      <p:ext uri="{BB962C8B-B14F-4D97-AF65-F5344CB8AC3E}">
        <p14:creationId xmlns:p14="http://schemas.microsoft.com/office/powerpoint/2010/main" val="3272727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34"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900" name="Corner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orner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CornerDia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orner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orner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orner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CornerDia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
        <p:nvSpPr>
          <p:cNvPr id="3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37"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0xA3F7 9B2E 1D4C 8F06 E5A1 C8D3 F7B2 4690 7E91 3FA8 2C5D 0B67</a:t>
            </a:r>
          </a:p>
        </p:txBody>
      </p:sp>
      <p:sp>
        <p:nvSpPr>
          <p:cNvPr id="31" name="ContentOverline"/>
          <p:cNvSpPr txBox="1"/>
          <p:nvPr/>
        </p:nvSpPr>
        <p:spPr>
          <a:xfrm>
            <a:off x="762000" y="304800"/>
            <a:ext cx="5486400" cy="274320"/>
          </a:xfrm>
          <a:prstGeom prst="rect">
            <a:avLst/>
          </a:prstGeom>
          <a:noFill/>
          <a:ln>
            <a:noFill/>
          </a:ln>
        </p:spPr>
        <p:txBody>
          <a:bodyPr anchor="b"/>
          <a:lstStyle/>
          <a:p>
            <a:pPr algn="l">
              <a:buNone/>
            </a:pPr>
            <a:r>
              <a:rPr lang="en-US" sz="1000" spc="500" dirty="0">
                <a:solidFill>
                  <a:srgbClr val="C9A84C"/>
                </a:solidFill>
                <a:latin typeface="Georgia"/>
              </a:rPr>
              <a:t>TOPIC LABEL</a:t>
            </a:r>
          </a:p>
        </p:txBody>
      </p:sp>
      <p:sp>
        <p:nvSpPr>
          <p:cNvPr id="32" name="ContentTitle"/>
          <p:cNvSpPr txBox="1"/>
          <p:nvPr/>
        </p:nvSpPr>
        <p:spPr>
          <a:xfrm>
            <a:off x="762000" y="579120"/>
            <a:ext cx="10972800" cy="609600"/>
          </a:xfrm>
          <a:prstGeom prst="rect">
            <a:avLst/>
          </a:prstGeom>
          <a:noFill/>
          <a:ln>
            <a:noFill/>
          </a:ln>
        </p:spPr>
        <p:txBody>
          <a:bodyPr anchor="t"/>
          <a:lstStyle/>
          <a:p>
            <a:pPr algn="l">
              <a:buNone/>
            </a:pPr>
            <a:r>
              <a:rPr lang="en-US" sz="2800" spc="50" dirty="0">
                <a:solidFill>
                  <a:srgbClr val="E8E4DC"/>
                </a:solidFill>
                <a:latin typeface="Georgia"/>
              </a:rPr>
              <a:t>Slide Title Goes Here</a:t>
            </a:r>
          </a:p>
        </p:txBody>
      </p:sp>
      <p:sp>
        <p:nvSpPr>
          <p:cNvPr id="33" name="TitleDivider"/>
          <p:cNvSpPr/>
          <p:nvPr/>
        </p:nvSpPr>
        <p:spPr>
          <a:xfrm>
            <a:off x="762000" y="1295400"/>
            <a:ext cx="1143000" cy="0"/>
          </a:xfrm>
          <a:prstGeom prst="line">
            <a:avLst/>
          </a:prstGeom>
          <a:ln w="12700">
            <a:solidFill>
              <a:srgbClr val="FFD700"/>
            </a:solidFill>
          </a:ln>
        </p:spPr>
        <p:txBody>
          <a:bodyPr/>
          <a:lstStyle/>
          <a:p>
            <a:endParaRPr lang="en-US"/>
          </a:p>
        </p:txBody>
      </p:sp>
      <p:sp>
        <p:nvSpPr>
          <p:cNvPr id="38" name="ContentCard"/>
          <p:cNvSpPr/>
          <p:nvPr/>
        </p:nvSpPr>
        <p:spPr>
          <a:xfrm>
            <a:off x="762000" y="1524000"/>
            <a:ext cx="11049000" cy="4876800"/>
          </a:xfrm>
          <a:prstGeom prst="rect">
            <a:avLst/>
          </a:prstGeom>
          <a:solidFill>
            <a:srgbClr val="0A0A0A"/>
          </a:solidFill>
          <a:ln w="6350">
            <a:solidFill>
              <a:srgbClr val="FFD700">
                <a:alpha val="8000"/>
              </a:srgbClr>
            </a:solidFill>
          </a:ln>
          <a:effectLst>
            <a:outerShdw blurRad="76200" dist="25400" dir="5400000" algn="bl" rotWithShape="0">
              <a:srgbClr val="C9A84C">
                <a:alpha val="10000"/>
              </a:srgbClr>
            </a:outerShdw>
          </a:effectLst>
        </p:spPr>
        <p:txBody>
          <a:bodyPr/>
          <a:lstStyle/>
          <a:p>
            <a:endParaRPr lang="en-US"/>
          </a:p>
        </p:txBody>
      </p:sp>
      <p:sp>
        <p:nvSpPr>
          <p:cNvPr id="39" name="ContentBody"/>
          <p:cNvSpPr txBox="1"/>
          <p:nvPr/>
        </p:nvSpPr>
        <p:spPr>
          <a:xfrm>
            <a:off x="990600" y="1752600"/>
            <a:ext cx="10591800" cy="4419600"/>
          </a:xfrm>
          <a:prstGeom prst="rect">
            <a:avLst/>
          </a:prstGeom>
          <a:noFill/>
          <a:ln>
            <a:noFill/>
          </a:ln>
        </p:spPr>
        <p:txBody>
          <a:bodyPr anchor="t"/>
          <a:lstStyle/>
          <a:p>
            <a:pPr marL="228600" indent="-228600" algn="l">
              <a:spcAft>
                <a:spcPts val="1000"/>
              </a:spcAft>
              <a:buFont typeface="Arial"/>
              <a:buChar char="•"/>
            </a:pPr>
            <a:r>
              <a:rPr lang="en-US" sz="1800" dirty="0">
                <a:solidFill>
                  <a:srgbClr val="E8E4DC"/>
                </a:solidFill>
                <a:latin typeface="Georgia"/>
              </a:rPr>
              <a:t>First key point with supporting detail about the topic</a:t>
            </a:r>
          </a:p>
          <a:p>
            <a:pPr marL="228600" indent="-228600" algn="l">
              <a:spcAft>
                <a:spcPts val="1000"/>
              </a:spcAft>
              <a:buFont typeface="Arial"/>
              <a:buChar char="•"/>
            </a:pPr>
            <a:r>
              <a:rPr lang="en-US" sz="1800" dirty="0">
                <a:solidFill>
                  <a:srgbClr val="E8E4DC"/>
                </a:solidFill>
                <a:latin typeface="Georgia"/>
              </a:rPr>
              <a:t>Second key point that expands on the main narrative</a:t>
            </a:r>
          </a:p>
          <a:p>
            <a:pPr marL="228600" indent="-228600" algn="l">
              <a:spcAft>
                <a:spcPts val="1000"/>
              </a:spcAft>
              <a:buFont typeface="Arial"/>
              <a:buChar char="•"/>
            </a:pPr>
            <a:r>
              <a:rPr lang="en-US" sz="1800" dirty="0">
                <a:solidFill>
                  <a:srgbClr val="E8E4DC"/>
                </a:solidFill>
                <a:latin typeface="Georgia"/>
              </a:rPr>
              <a:t>Third point providing evidence or context</a:t>
            </a:r>
          </a:p>
          <a:p>
            <a:pPr marL="228600" indent="-228600" algn="l">
              <a:spcAft>
                <a:spcPts val="1000"/>
              </a:spcAft>
              <a:buFont typeface="Arial"/>
              <a:buChar char="•"/>
            </a:pPr>
            <a:r>
              <a:rPr lang="en-US" sz="1800" dirty="0">
                <a:solidFill>
                  <a:srgbClr val="E8E4DC"/>
                </a:solidFill>
                <a:latin typeface="Georgia"/>
              </a:rPr>
              <a:t>Final point with concluding insight or takeaway</a:t>
            </a:r>
          </a:p>
        </p:txBody>
      </p:sp>
    </p:spTree>
    <p:extLst>
      <p:ext uri="{BB962C8B-B14F-4D97-AF65-F5344CB8AC3E}">
        <p14:creationId xmlns:p14="http://schemas.microsoft.com/office/powerpoint/2010/main" val="1236437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50"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0xC4D8 71F5 0E6A 39B2 A847 5C1D 6F03 E9BA 58A2 C7E1 3D09 F684</a:t>
            </a:r>
          </a:p>
        </p:txBody>
      </p:sp>
      <p:sp>
        <p:nvSpPr>
          <p:cNvPr id="49"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40" name="TwoCol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Two-Column Comparison</a:t>
            </a:r>
          </a:p>
        </p:txBody>
      </p:sp>
      <p:sp>
        <p:nvSpPr>
          <p:cNvPr id="41" name="TwoColDivider"/>
          <p:cNvSpPr/>
          <p:nvPr/>
        </p:nvSpPr>
        <p:spPr>
          <a:xfrm>
            <a:off x="609600" y="1028700"/>
            <a:ext cx="1143000" cy="0"/>
          </a:xfrm>
          <a:prstGeom prst="line">
            <a:avLst/>
          </a:prstGeom>
          <a:ln w="12700">
            <a:solidFill>
              <a:srgbClr val="FFD700"/>
            </a:solidFill>
          </a:ln>
        </p:spPr>
        <p:txBody>
          <a:bodyPr/>
          <a:lstStyle/>
          <a:p>
            <a:endParaRPr lang="en-US"/>
          </a:p>
        </p:txBody>
      </p:sp>
      <p:sp>
        <p:nvSpPr>
          <p:cNvPr id="42" name="LeftCard"/>
          <p:cNvSpPr/>
          <p:nvPr/>
        </p:nvSpPr>
        <p:spPr>
          <a:xfrm>
            <a:off x="609600" y="1295400"/>
            <a:ext cx="5257800" cy="4572000"/>
          </a:xfrm>
          <a:prstGeom prst="rect">
            <a:avLst/>
          </a:prstGeom>
          <a:solidFill>
            <a:srgbClr val="0A0A0A"/>
          </a:solidFill>
          <a:ln w="6350">
            <a:solidFill>
              <a:srgbClr val="FFD700">
                <a:alpha val="8000"/>
              </a:srgbClr>
            </a:solidFill>
          </a:ln>
        </p:spPr>
        <p:txBody>
          <a:bodyPr/>
          <a:lstStyle/>
          <a:p>
            <a:endParaRPr lang="en-US"/>
          </a:p>
        </p:txBody>
      </p:sp>
      <p:sp>
        <p:nvSpPr>
          <p:cNvPr id="43" name="RightCard"/>
          <p:cNvSpPr/>
          <p:nvPr/>
        </p:nvSpPr>
        <p:spPr>
          <a:xfrm>
            <a:off x="6096000" y="1295400"/>
            <a:ext cx="5486400" cy="4572000"/>
          </a:xfrm>
          <a:prstGeom prst="rect">
            <a:avLst/>
          </a:prstGeom>
          <a:solidFill>
            <a:srgbClr val="0A0A0A"/>
          </a:solidFill>
          <a:ln w="6350">
            <a:solidFill>
              <a:srgbClr val="FFD700">
                <a:alpha val="8000"/>
              </a:srgbClr>
            </a:solidFill>
          </a:ln>
        </p:spPr>
        <p:txBody>
          <a:bodyPr/>
          <a:lstStyle/>
          <a:p>
            <a:endParaRPr lang="en-US"/>
          </a:p>
        </p:txBody>
      </p:sp>
      <p:sp>
        <p:nvSpPr>
          <p:cNvPr id="44" name="LeftHeader"/>
          <p:cNvSpPr txBox="1"/>
          <p:nvPr/>
        </p:nvSpPr>
        <p:spPr>
          <a:xfrm>
            <a:off x="838200" y="1447800"/>
            <a:ext cx="4800600" cy="381000"/>
          </a:xfrm>
          <a:prstGeom prst="rect">
            <a:avLst/>
          </a:prstGeom>
          <a:noFill/>
          <a:ln>
            <a:noFill/>
          </a:ln>
        </p:spPr>
        <p:txBody>
          <a:bodyPr anchor="t"/>
          <a:lstStyle/>
          <a:p>
            <a:pPr algn="l">
              <a:buNone/>
            </a:pPr>
            <a:r>
              <a:rPr lang="en-US" sz="1100" spc="400" dirty="0">
                <a:solidFill>
                  <a:srgbClr val="FFD700"/>
                </a:solidFill>
                <a:latin typeface="Georgia"/>
              </a:rPr>
              <a:t>LEFT COLUMN HEADER</a:t>
            </a:r>
          </a:p>
        </p:txBody>
      </p:sp>
      <p:sp>
        <p:nvSpPr>
          <p:cNvPr id="45" name="LeftContent"/>
          <p:cNvSpPr txBox="1"/>
          <p:nvPr/>
        </p:nvSpPr>
        <p:spPr>
          <a:xfrm>
            <a:off x="838200" y="1905000"/>
            <a:ext cx="4800600" cy="3657600"/>
          </a:xfrm>
          <a:prstGeom prst="rect">
            <a:avLst/>
          </a:prstGeom>
          <a:noFill/>
          <a:ln>
            <a:noFill/>
          </a:ln>
        </p:spPr>
        <p:txBody>
          <a:bodyPr anchor="t"/>
          <a:lstStyle/>
          <a:p>
            <a:pPr marL="228600" indent="-228600" algn="l">
              <a:spcAft>
                <a:spcPts val="600"/>
              </a:spcAft>
              <a:buFont typeface="Arial"/>
              <a:buChar char="•"/>
            </a:pPr>
            <a:r>
              <a:rPr lang="en-US" sz="1600" dirty="0">
                <a:solidFill>
                  <a:srgbClr val="E8E4DC"/>
                </a:solidFill>
                <a:latin typeface="Georgia"/>
              </a:rPr>
              <a:t>First comparison point</a:t>
            </a:r>
          </a:p>
          <a:p>
            <a:pPr marL="228600" indent="-228600" algn="l">
              <a:spcAft>
                <a:spcPts val="600"/>
              </a:spcAft>
              <a:buFont typeface="Arial"/>
              <a:buChar char="•"/>
            </a:pPr>
            <a:r>
              <a:rPr lang="en-US" sz="1600" dirty="0">
                <a:solidFill>
                  <a:srgbClr val="E8E4DC"/>
                </a:solidFill>
                <a:latin typeface="Georgia"/>
              </a:rPr>
              <a:t>Second comparison point</a:t>
            </a:r>
          </a:p>
          <a:p>
            <a:pPr marL="228600" indent="-228600" algn="l">
              <a:spcAft>
                <a:spcPts val="600"/>
              </a:spcAft>
              <a:buFont typeface="Arial"/>
              <a:buChar char="•"/>
            </a:pPr>
            <a:r>
              <a:rPr lang="en-US" sz="1600" dirty="0">
                <a:solidFill>
                  <a:srgbClr val="E8E4DC"/>
                </a:solidFill>
                <a:latin typeface="Georgia"/>
              </a:rPr>
              <a:t>Third comparison point</a:t>
            </a:r>
          </a:p>
        </p:txBody>
      </p:sp>
      <p:sp>
        <p:nvSpPr>
          <p:cNvPr id="46" name="RightHeader"/>
          <p:cNvSpPr txBox="1"/>
          <p:nvPr/>
        </p:nvSpPr>
        <p:spPr>
          <a:xfrm>
            <a:off x="6324600" y="1447800"/>
            <a:ext cx="4800600" cy="381000"/>
          </a:xfrm>
          <a:prstGeom prst="rect">
            <a:avLst/>
          </a:prstGeom>
          <a:noFill/>
          <a:ln>
            <a:noFill/>
          </a:ln>
        </p:spPr>
        <p:txBody>
          <a:bodyPr anchor="t"/>
          <a:lstStyle/>
          <a:p>
            <a:pPr algn="l">
              <a:buNone/>
            </a:pPr>
            <a:r>
              <a:rPr lang="en-US" sz="1100" spc="400" dirty="0">
                <a:solidFill>
                  <a:srgbClr val="FFD700"/>
                </a:solidFill>
                <a:latin typeface="Georgia"/>
              </a:rPr>
              <a:t>RIGHT COLUMN HEADER</a:t>
            </a:r>
          </a:p>
        </p:txBody>
      </p:sp>
      <p:sp>
        <p:nvSpPr>
          <p:cNvPr id="47" name="RightContent"/>
          <p:cNvSpPr txBox="1"/>
          <p:nvPr/>
        </p:nvSpPr>
        <p:spPr>
          <a:xfrm>
            <a:off x="6324600" y="1905000"/>
            <a:ext cx="4800600" cy="3657600"/>
          </a:xfrm>
          <a:prstGeom prst="rect">
            <a:avLst/>
          </a:prstGeom>
          <a:noFill/>
          <a:ln>
            <a:noFill/>
          </a:ln>
        </p:spPr>
        <p:txBody>
          <a:bodyPr anchor="t"/>
          <a:lstStyle/>
          <a:p>
            <a:pPr marL="228600" indent="-228600" algn="l">
              <a:spcAft>
                <a:spcPts val="600"/>
              </a:spcAft>
              <a:buFont typeface="Arial"/>
              <a:buChar char="•"/>
            </a:pPr>
            <a:r>
              <a:rPr lang="en-US" sz="1600" dirty="0">
                <a:solidFill>
                  <a:srgbClr val="E8E4DC"/>
                </a:solidFill>
                <a:latin typeface="Georgia"/>
              </a:rPr>
              <a:t>First comparison point</a:t>
            </a:r>
          </a:p>
          <a:p>
            <a:pPr marL="228600" indent="-228600" algn="l">
              <a:spcAft>
                <a:spcPts val="600"/>
              </a:spcAft>
              <a:buFont typeface="Arial"/>
              <a:buChar char="•"/>
            </a:pPr>
            <a:r>
              <a:rPr lang="en-US" sz="1600" dirty="0">
                <a:solidFill>
                  <a:srgbClr val="E8E4DC"/>
                </a:solidFill>
                <a:latin typeface="Georgia"/>
              </a:rPr>
              <a:t>Second comparison point</a:t>
            </a:r>
          </a:p>
          <a:p>
            <a:pPr marL="228600" indent="-228600" algn="l">
              <a:spcAft>
                <a:spcPts val="600"/>
              </a:spcAft>
              <a:buFont typeface="Arial"/>
              <a:buChar char="•"/>
            </a:pPr>
            <a:r>
              <a:rPr lang="en-US" sz="1600" dirty="0">
                <a:solidFill>
                  <a:srgbClr val="E8E4DC"/>
                </a:solidFill>
                <a:latin typeface="Georgia"/>
              </a:rPr>
              <a:t>Third comparison point</a:t>
            </a:r>
          </a:p>
        </p:txBody>
      </p:sp>
      <p:sp>
        <p:nvSpPr>
          <p:cNvPr id="48" name="CenterDivider"/>
          <p:cNvSpPr/>
          <p:nvPr/>
        </p:nvSpPr>
        <p:spPr>
          <a:xfrm>
            <a:off x="5867400" y="1524000"/>
            <a:ext cx="0" cy="4114800"/>
          </a:xfrm>
          <a:prstGeom prst="line">
            <a:avLst/>
          </a:prstGeom>
          <a:ln w="6350">
            <a:solidFill>
              <a:srgbClr val="C9A84C">
                <a:alpha val="20000"/>
              </a:srgbClr>
            </a:solidFill>
          </a:ln>
        </p:spPr>
        <p:txBody>
          <a:bodyPr/>
          <a:lstStyle/>
          <a:p>
            <a:endParaRPr lang="en-US"/>
          </a:p>
        </p:txBody>
      </p:sp>
      <p:sp>
        <p:nvSpPr>
          <p:cNvPr id="900" name="Corner901"/>
          <p:cNvSpPr/>
          <p:nvPr/>
        </p:nvSpPr>
        <p:spPr>
          <a:xfrm>
            <a:off x="152400" y="228600"/>
            <a:ext cx="6858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228600" y="152400"/>
            <a:ext cx="0" cy="685800"/>
          </a:xfrm>
          <a:prstGeom prst="line">
            <a:avLst/>
          </a:prstGeom>
          <a:ln w="6350">
            <a:solidFill>
              <a:srgbClr val="C9A84C">
                <a:alpha val="30000"/>
              </a:srgbClr>
            </a:solidFill>
          </a:ln>
        </p:spPr>
        <p:txBody>
          <a:bodyPr/>
          <a:lstStyle/>
          <a:p>
            <a:endParaRPr lang="en-US"/>
          </a:p>
        </p:txBody>
      </p:sp>
      <p:sp>
        <p:nvSpPr>
          <p:cNvPr id="902" name="Corner903"/>
          <p:cNvSpPr/>
          <p:nvPr/>
        </p:nvSpPr>
        <p:spPr>
          <a:xfrm>
            <a:off x="487680" y="533400"/>
            <a:ext cx="91440" cy="0"/>
          </a:xfrm>
          <a:prstGeom prst="line">
            <a:avLst/>
          </a:prstGeom>
          <a:ln w="6350">
            <a:solidFill>
              <a:srgbClr val="C9A84C">
                <a:alpha val="30000"/>
              </a:srgbClr>
            </a:solidFill>
          </a:ln>
        </p:spPr>
        <p:txBody>
          <a:bodyPr/>
          <a:lstStyle/>
          <a:p>
            <a:endParaRPr lang="en-US"/>
          </a:p>
        </p:txBody>
      </p:sp>
      <p:sp>
        <p:nvSpPr>
          <p:cNvPr id="903" name="Corner904"/>
          <p:cNvSpPr/>
          <p:nvPr/>
        </p:nvSpPr>
        <p:spPr>
          <a:xfrm>
            <a:off x="533400" y="487680"/>
            <a:ext cx="0" cy="91440"/>
          </a:xfrm>
          <a:prstGeom prst="line">
            <a:avLst/>
          </a:prstGeom>
          <a:ln w="6350">
            <a:solidFill>
              <a:srgbClr val="C9A84C">
                <a:alpha val="30000"/>
              </a:srgbClr>
            </a:solidFill>
          </a:ln>
        </p:spPr>
        <p:txBody>
          <a:bodyPr/>
          <a:lstStyle/>
          <a:p>
            <a:endParaRPr lang="en-US"/>
          </a:p>
        </p:txBody>
      </p:sp>
      <p:sp>
        <p:nvSpPr>
          <p:cNvPr id="904" name="Corner905"/>
          <p:cNvSpPr/>
          <p:nvPr/>
        </p:nvSpPr>
        <p:spPr>
          <a:xfrm>
            <a:off x="11353800" y="6629400"/>
            <a:ext cx="685800" cy="0"/>
          </a:xfrm>
          <a:prstGeom prst="line">
            <a:avLst/>
          </a:prstGeom>
          <a:ln w="6350">
            <a:solidFill>
              <a:srgbClr val="C9A84C">
                <a:alpha val="30000"/>
              </a:srgbClr>
            </a:solidFill>
          </a:ln>
        </p:spPr>
        <p:txBody>
          <a:bodyPr/>
          <a:lstStyle/>
          <a:p>
            <a:endParaRPr lang="en-US"/>
          </a:p>
        </p:txBody>
      </p:sp>
      <p:sp>
        <p:nvSpPr>
          <p:cNvPr id="905" name="Corner906"/>
          <p:cNvSpPr/>
          <p:nvPr/>
        </p:nvSpPr>
        <p:spPr>
          <a:xfrm>
            <a:off x="11963400" y="6019800"/>
            <a:ext cx="0" cy="685800"/>
          </a:xfrm>
          <a:prstGeom prst="line">
            <a:avLst/>
          </a:prstGeom>
          <a:ln w="6350">
            <a:solidFill>
              <a:srgbClr val="C9A84C">
                <a:alpha val="30000"/>
              </a:srgbClr>
            </a:solidFill>
          </a:ln>
        </p:spPr>
        <p:txBody>
          <a:bodyPr/>
          <a:lstStyle/>
          <a:p>
            <a:endParaRPr lang="en-US"/>
          </a:p>
        </p:txBody>
      </p:sp>
      <p:sp>
        <p:nvSpPr>
          <p:cNvPr id="906" name="Corner907"/>
          <p:cNvSpPr/>
          <p:nvPr/>
        </p:nvSpPr>
        <p:spPr>
          <a:xfrm>
            <a:off x="11612880" y="6324600"/>
            <a:ext cx="9144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278880"/>
            <a:ext cx="0" cy="9144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1172590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50" name="QuoteLineTop"/>
          <p:cNvSpPr/>
          <p:nvPr/>
        </p:nvSpPr>
        <p:spPr>
          <a:xfrm>
            <a:off x="5181600" y="1600200"/>
            <a:ext cx="1828800" cy="0"/>
          </a:xfrm>
          <a:prstGeom prst="line">
            <a:avLst/>
          </a:prstGeom>
          <a:ln w="9525">
            <a:solidFill>
              <a:srgbClr val="C9A84C"/>
            </a:solidFill>
          </a:ln>
        </p:spPr>
        <p:txBody>
          <a:bodyPr/>
          <a:lstStyle/>
          <a:p>
            <a:endParaRPr lang="en-US"/>
          </a:p>
        </p:txBody>
      </p:sp>
      <p:sp>
        <p:nvSpPr>
          <p:cNvPr id="51" name="QuoteText"/>
          <p:cNvSpPr txBox="1"/>
          <p:nvPr/>
        </p:nvSpPr>
        <p:spPr>
          <a:xfrm>
            <a:off x="1371600" y="1828800"/>
            <a:ext cx="9448800" cy="2286000"/>
          </a:xfrm>
          <a:prstGeom prst="rect">
            <a:avLst/>
          </a:prstGeom>
          <a:noFill/>
          <a:ln>
            <a:noFill/>
          </a:ln>
        </p:spPr>
        <p:txBody>
          <a:bodyPr anchor="ctr"/>
          <a:lstStyle/>
          <a:p>
            <a:pPr algn="ctr">
              <a:lnSpc>
                <a:spcPts val="3600"/>
              </a:lnSpc>
              <a:buNone/>
            </a:pPr>
            <a:r>
              <a:rPr lang="en-US" sz="2600" i="1" dirty="0">
                <a:solidFill>
                  <a:srgbClr val="FFD700"/>
                </a:solidFill>
                <a:latin typeface="Georgia"/>
              </a:rPr>
              <a:t>“The root problem with conventional currency is all the trust that’s required to make it work.”</a:t>
            </a:r>
          </a:p>
        </p:txBody>
      </p:sp>
      <p:sp>
        <p:nvSpPr>
          <p:cNvPr id="52" name="QuoteLineBottom"/>
          <p:cNvSpPr/>
          <p:nvPr/>
        </p:nvSpPr>
        <p:spPr>
          <a:xfrm>
            <a:off x="5181600" y="4267200"/>
            <a:ext cx="1828800" cy="0"/>
          </a:xfrm>
          <a:prstGeom prst="line">
            <a:avLst/>
          </a:prstGeom>
          <a:ln w="9525">
            <a:solidFill>
              <a:srgbClr val="C9A84C"/>
            </a:solidFill>
          </a:ln>
        </p:spPr>
        <p:txBody>
          <a:bodyPr/>
          <a:lstStyle/>
          <a:p>
            <a:endParaRPr lang="en-US"/>
          </a:p>
        </p:txBody>
      </p:sp>
      <p:sp>
        <p:nvSpPr>
          <p:cNvPr id="53" name="QuoteAttrib"/>
          <p:cNvSpPr txBox="1"/>
          <p:nvPr/>
        </p:nvSpPr>
        <p:spPr>
          <a:xfrm>
            <a:off x="1371600" y="4419600"/>
            <a:ext cx="9448800" cy="381000"/>
          </a:xfrm>
          <a:prstGeom prst="rect">
            <a:avLst/>
          </a:prstGeom>
          <a:noFill/>
          <a:ln>
            <a:noFill/>
          </a:ln>
        </p:spPr>
        <p:txBody>
          <a:bodyPr anchor="t"/>
          <a:lstStyle/>
          <a:p>
            <a:pPr algn="ctr">
              <a:buNone/>
            </a:pPr>
            <a:r>
              <a:rPr lang="en-US" sz="1200" spc="300" dirty="0">
                <a:solidFill>
                  <a:srgbClr val="8A857D"/>
                </a:solidFill>
                <a:latin typeface="Georgia"/>
              </a:rPr>
              <a:t>— SATOSHI NAKAMOTO, 2009</a:t>
            </a:r>
          </a:p>
        </p:txBody>
      </p:sp>
      <p:sp>
        <p:nvSpPr>
          <p:cNvPr id="900" name="C901"/>
          <p:cNvSpPr/>
          <p:nvPr/>
        </p:nvSpPr>
        <p:spPr>
          <a:xfrm>
            <a:off x="152400" y="152400"/>
            <a:ext cx="6096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152400"/>
            <a:ext cx="0" cy="609600"/>
          </a:xfrm>
          <a:prstGeom prst="line">
            <a:avLst/>
          </a:prstGeom>
          <a:ln w="6350">
            <a:solidFill>
              <a:srgbClr val="C9A84C">
                <a:alpha val="30000"/>
              </a:srgbClr>
            </a:solidFill>
          </a:ln>
        </p:spPr>
        <p:txBody>
          <a:bodyPr/>
          <a:lstStyle/>
          <a:p>
            <a:endParaRPr lang="en-US"/>
          </a:p>
        </p:txBody>
      </p:sp>
      <p:sp>
        <p:nvSpPr>
          <p:cNvPr id="902" name="C903"/>
          <p:cNvSpPr/>
          <p:nvPr/>
        </p:nvSpPr>
        <p:spPr>
          <a:xfrm>
            <a:off x="304800" y="304800"/>
            <a:ext cx="457200" cy="0"/>
          </a:xfrm>
          <a:prstGeom prst="line">
            <a:avLst/>
          </a:prstGeom>
          <a:ln w="6350">
            <a:solidFill>
              <a:srgbClr val="C9A84C">
                <a:alpha val="30000"/>
              </a:srgbClr>
            </a:solidFill>
          </a:ln>
        </p:spPr>
        <p:txBody>
          <a:bodyPr/>
          <a:lstStyle/>
          <a:p>
            <a:endParaRPr lang="en-US"/>
          </a:p>
        </p:txBody>
      </p:sp>
      <p:sp>
        <p:nvSpPr>
          <p:cNvPr id="903" name="C904"/>
          <p:cNvSpPr/>
          <p:nvPr/>
        </p:nvSpPr>
        <p:spPr>
          <a:xfrm>
            <a:off x="304800" y="304800"/>
            <a:ext cx="0" cy="457200"/>
          </a:xfrm>
          <a:prstGeom prst="line">
            <a:avLst/>
          </a:prstGeom>
          <a:ln w="6350">
            <a:solidFill>
              <a:srgbClr val="C9A84C">
                <a:alpha val="30000"/>
              </a:srgbClr>
            </a:solidFill>
          </a:ln>
        </p:spPr>
        <p:txBody>
          <a:bodyPr/>
          <a:lstStyle/>
          <a:p>
            <a:endParaRPr lang="en-US"/>
          </a:p>
        </p:txBody>
      </p:sp>
      <p:sp>
        <p:nvSpPr>
          <p:cNvPr id="904" name="C905"/>
          <p:cNvSpPr/>
          <p:nvPr/>
        </p:nvSpPr>
        <p:spPr>
          <a:xfrm>
            <a:off x="457200" y="457200"/>
            <a:ext cx="304800" cy="0"/>
          </a:xfrm>
          <a:prstGeom prst="line">
            <a:avLst/>
          </a:prstGeom>
          <a:ln w="6350">
            <a:solidFill>
              <a:srgbClr val="C9A84C">
                <a:alpha val="30000"/>
              </a:srgbClr>
            </a:solidFill>
          </a:ln>
        </p:spPr>
        <p:txBody>
          <a:bodyPr/>
          <a:lstStyle/>
          <a:p>
            <a:endParaRPr lang="en-US"/>
          </a:p>
        </p:txBody>
      </p:sp>
      <p:sp>
        <p:nvSpPr>
          <p:cNvPr id="905" name="C906"/>
          <p:cNvSpPr/>
          <p:nvPr/>
        </p:nvSpPr>
        <p:spPr>
          <a:xfrm>
            <a:off x="457200" y="457200"/>
            <a:ext cx="0" cy="304800"/>
          </a:xfrm>
          <a:prstGeom prst="line">
            <a:avLst/>
          </a:prstGeom>
          <a:ln w="6350">
            <a:solidFill>
              <a:srgbClr val="C9A84C">
                <a:alpha val="30000"/>
              </a:srgbClr>
            </a:solidFill>
          </a:ln>
        </p:spPr>
        <p:txBody>
          <a:bodyPr/>
          <a:lstStyle/>
          <a:p>
            <a:endParaRPr lang="en-US"/>
          </a:p>
        </p:txBody>
      </p:sp>
      <p:sp>
        <p:nvSpPr>
          <p:cNvPr id="906" name="C907"/>
          <p:cNvSpPr/>
          <p:nvPr/>
        </p:nvSpPr>
        <p:spPr>
          <a:xfrm>
            <a:off x="11430000" y="6705600"/>
            <a:ext cx="609600" cy="0"/>
          </a:xfrm>
          <a:prstGeom prst="line">
            <a:avLst/>
          </a:prstGeom>
          <a:ln w="6350">
            <a:solidFill>
              <a:srgbClr val="C9A84C">
                <a:alpha val="30000"/>
              </a:srgbClr>
            </a:solidFill>
          </a:ln>
        </p:spPr>
        <p:txBody>
          <a:bodyPr/>
          <a:lstStyle/>
          <a:p>
            <a:endParaRPr lang="en-US"/>
          </a:p>
        </p:txBody>
      </p:sp>
      <p:sp>
        <p:nvSpPr>
          <p:cNvPr id="907" name="C908"/>
          <p:cNvSpPr/>
          <p:nvPr/>
        </p:nvSpPr>
        <p:spPr>
          <a:xfrm>
            <a:off x="12039600" y="6096000"/>
            <a:ext cx="0" cy="609600"/>
          </a:xfrm>
          <a:prstGeom prst="line">
            <a:avLst/>
          </a:prstGeom>
          <a:ln w="6350">
            <a:solidFill>
              <a:srgbClr val="C9A84C">
                <a:alpha val="30000"/>
              </a:srgbClr>
            </a:solidFill>
          </a:ln>
        </p:spPr>
        <p:txBody>
          <a:bodyPr/>
          <a:lstStyle/>
          <a:p>
            <a:endParaRPr lang="en-US"/>
          </a:p>
        </p:txBody>
      </p:sp>
      <p:sp>
        <p:nvSpPr>
          <p:cNvPr id="908" name="C909"/>
          <p:cNvSpPr/>
          <p:nvPr/>
        </p:nvSpPr>
        <p:spPr>
          <a:xfrm>
            <a:off x="11430000" y="6553200"/>
            <a:ext cx="457200" cy="0"/>
          </a:xfrm>
          <a:prstGeom prst="line">
            <a:avLst/>
          </a:prstGeom>
          <a:ln w="6350">
            <a:solidFill>
              <a:srgbClr val="C9A84C">
                <a:alpha val="30000"/>
              </a:srgbClr>
            </a:solidFill>
          </a:ln>
        </p:spPr>
        <p:txBody>
          <a:bodyPr/>
          <a:lstStyle/>
          <a:p>
            <a:endParaRPr lang="en-US"/>
          </a:p>
        </p:txBody>
      </p:sp>
      <p:sp>
        <p:nvSpPr>
          <p:cNvPr id="909" name="C910"/>
          <p:cNvSpPr/>
          <p:nvPr/>
        </p:nvSpPr>
        <p:spPr>
          <a:xfrm>
            <a:off x="11887200" y="6096000"/>
            <a:ext cx="0" cy="457200"/>
          </a:xfrm>
          <a:prstGeom prst="line">
            <a:avLst/>
          </a:prstGeom>
          <a:ln w="6350">
            <a:solidFill>
              <a:srgbClr val="C9A84C">
                <a:alpha val="30000"/>
              </a:srgbClr>
            </a:solidFill>
          </a:ln>
        </p:spPr>
        <p:txBody>
          <a:bodyPr/>
          <a:lstStyle/>
          <a:p>
            <a:endParaRPr lang="en-US"/>
          </a:p>
        </p:txBody>
      </p:sp>
      <p:sp>
        <p:nvSpPr>
          <p:cNvPr id="910" name="C911"/>
          <p:cNvSpPr/>
          <p:nvPr/>
        </p:nvSpPr>
        <p:spPr>
          <a:xfrm>
            <a:off x="11430000" y="6400800"/>
            <a:ext cx="304800" cy="0"/>
          </a:xfrm>
          <a:prstGeom prst="line">
            <a:avLst/>
          </a:prstGeom>
          <a:ln w="6350">
            <a:solidFill>
              <a:srgbClr val="C9A84C">
                <a:alpha val="30000"/>
              </a:srgbClr>
            </a:solidFill>
          </a:ln>
        </p:spPr>
        <p:txBody>
          <a:bodyPr/>
          <a:lstStyle/>
          <a:p>
            <a:endParaRPr lang="en-US"/>
          </a:p>
        </p:txBody>
      </p:sp>
      <p:sp>
        <p:nvSpPr>
          <p:cNvPr id="911" name="C912"/>
          <p:cNvSpPr/>
          <p:nvPr/>
        </p:nvSpPr>
        <p:spPr>
          <a:xfrm>
            <a:off x="11734800" y="6096000"/>
            <a:ext cx="0" cy="30480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3201202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75"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0x9F3B 4E27 D186 A0C5 73F4 1E8D 6B02 5CA9 2D71 E803 6FAC B549</a:t>
            </a:r>
          </a:p>
        </p:txBody>
      </p:sp>
      <p:sp>
        <p:nvSpPr>
          <p:cNvPr id="74"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60" name="Stats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Key Metrics</a:t>
            </a:r>
          </a:p>
        </p:txBody>
      </p:sp>
      <p:sp>
        <p:nvSpPr>
          <p:cNvPr id="61" name="StatsDivider"/>
          <p:cNvSpPr/>
          <p:nvPr/>
        </p:nvSpPr>
        <p:spPr>
          <a:xfrm>
            <a:off x="609600" y="1028700"/>
            <a:ext cx="1143000" cy="0"/>
          </a:xfrm>
          <a:prstGeom prst="line">
            <a:avLst/>
          </a:prstGeom>
          <a:ln w="12700">
            <a:solidFill>
              <a:srgbClr val="FFD700"/>
            </a:solidFill>
          </a:ln>
        </p:spPr>
        <p:txBody>
          <a:bodyPr/>
          <a:lstStyle/>
          <a:p>
            <a:endParaRPr lang="en-US"/>
          </a:p>
        </p:txBody>
      </p:sp>
      <p:sp>
        <p:nvSpPr>
          <p:cNvPr id="62" name="StatCard0"/>
          <p:cNvSpPr/>
          <p:nvPr/>
        </p:nvSpPr>
        <p:spPr>
          <a:xfrm>
            <a:off x="609600" y="1371600"/>
            <a:ext cx="3429000" cy="4114800"/>
          </a:xfrm>
          <a:prstGeom prst="rect">
            <a:avLst/>
          </a:prstGeom>
          <a:solidFill>
            <a:srgbClr val="0A0A0A"/>
          </a:solidFill>
          <a:ln w="6350">
            <a:solidFill>
              <a:srgbClr val="FFD700">
                <a:alpha val="8000"/>
              </a:srgbClr>
            </a:solidFill>
          </a:ln>
        </p:spPr>
        <p:txBody>
          <a:bodyPr/>
          <a:lstStyle/>
          <a:p>
            <a:endParaRPr lang="en-US"/>
          </a:p>
        </p:txBody>
      </p:sp>
      <p:sp>
        <p:nvSpPr>
          <p:cNvPr id="63" name="StatAccent0"/>
          <p:cNvSpPr/>
          <p:nvPr/>
        </p:nvSpPr>
        <p:spPr>
          <a:xfrm>
            <a:off x="609600" y="1371600"/>
            <a:ext cx="3429000" cy="27000"/>
          </a:xfrm>
          <a:prstGeom prst="rect">
            <a:avLst/>
          </a:prstGeom>
          <a:solidFill>
            <a:srgbClr val="FFD700"/>
          </a:solidFill>
          <a:ln>
            <a:noFill/>
          </a:ln>
        </p:spPr>
        <p:txBody>
          <a:bodyPr/>
          <a:lstStyle/>
          <a:p>
            <a:endParaRPr lang="en-US"/>
          </a:p>
        </p:txBody>
      </p:sp>
      <p:sp>
        <p:nvSpPr>
          <p:cNvPr id="64" name="StatNum0"/>
          <p:cNvSpPr txBox="1"/>
          <p:nvPr/>
        </p:nvSpPr>
        <p:spPr>
          <a:xfrm>
            <a:off x="838200" y="1828800"/>
            <a:ext cx="2971800" cy="914400"/>
          </a:xfrm>
          <a:prstGeom prst="rect">
            <a:avLst/>
          </a:prstGeom>
          <a:noFill/>
          <a:ln>
            <a:noFill/>
          </a:ln>
        </p:spPr>
        <p:txBody>
          <a:bodyPr anchor="b"/>
          <a:lstStyle/>
          <a:p>
            <a:pPr algn="l">
              <a:buNone/>
            </a:pPr>
            <a:r>
              <a:rPr lang="en-US" sz="4400" dirty="0">
                <a:solidFill>
                  <a:srgbClr val="FFD700"/>
                </a:solidFill>
                <a:latin typeface="Georgia"/>
              </a:rPr>
              <a:t>21M</a:t>
            </a:r>
          </a:p>
        </p:txBody>
      </p:sp>
      <p:sp>
        <p:nvSpPr>
          <p:cNvPr id="65" name="StatLabel0"/>
          <p:cNvSpPr txBox="1"/>
          <p:nvPr/>
        </p:nvSpPr>
        <p:spPr>
          <a:xfrm>
            <a:off x="838200" y="2895600"/>
            <a:ext cx="2971800" cy="1524000"/>
          </a:xfrm>
          <a:prstGeom prst="rect">
            <a:avLst/>
          </a:prstGeom>
          <a:noFill/>
          <a:ln>
            <a:noFill/>
          </a:ln>
        </p:spPr>
        <p:txBody>
          <a:bodyPr anchor="t"/>
          <a:lstStyle/>
          <a:p>
            <a:pPr algn="l">
              <a:spcAft>
                <a:spcPts val="400"/>
              </a:spcAft>
              <a:buNone/>
            </a:pPr>
            <a:r>
              <a:rPr lang="en-US" sz="1100" spc="400" dirty="0">
                <a:solidFill>
                  <a:srgbClr val="C9A84C"/>
                </a:solidFill>
                <a:latin typeface="Georgia"/>
              </a:rPr>
              <a:t>TOTAL SUPPLY</a:t>
            </a:r>
          </a:p>
          <a:p>
            <a:pPr algn="l">
              <a:buNone/>
            </a:pPr>
            <a:r>
              <a:rPr lang="en-US" sz="1600" dirty="0">
                <a:solidFill>
                  <a:srgbClr val="8A857D"/>
                </a:solidFill>
                <a:latin typeface="Georgia"/>
              </a:rPr>
              <a:t>Fixed. Finite. Immutable.</a:t>
            </a:r>
          </a:p>
        </p:txBody>
      </p:sp>
      <p:sp>
        <p:nvSpPr>
          <p:cNvPr id="66" name="StatCard1"/>
          <p:cNvSpPr/>
          <p:nvPr/>
        </p:nvSpPr>
        <p:spPr>
          <a:xfrm>
            <a:off x="4267200" y="1371600"/>
            <a:ext cx="3429000" cy="4114800"/>
          </a:xfrm>
          <a:prstGeom prst="rect">
            <a:avLst/>
          </a:prstGeom>
          <a:solidFill>
            <a:srgbClr val="0A0A0A"/>
          </a:solidFill>
          <a:ln w="6350">
            <a:solidFill>
              <a:srgbClr val="FFD700">
                <a:alpha val="8000"/>
              </a:srgbClr>
            </a:solidFill>
          </a:ln>
        </p:spPr>
        <p:txBody>
          <a:bodyPr/>
          <a:lstStyle/>
          <a:p>
            <a:endParaRPr lang="en-US"/>
          </a:p>
        </p:txBody>
      </p:sp>
      <p:sp>
        <p:nvSpPr>
          <p:cNvPr id="67" name="StatAccent1"/>
          <p:cNvSpPr/>
          <p:nvPr/>
        </p:nvSpPr>
        <p:spPr>
          <a:xfrm>
            <a:off x="4267200" y="1371600"/>
            <a:ext cx="3429000" cy="27000"/>
          </a:xfrm>
          <a:prstGeom prst="rect">
            <a:avLst/>
          </a:prstGeom>
          <a:solidFill>
            <a:srgbClr val="FFD700"/>
          </a:solidFill>
          <a:ln>
            <a:noFill/>
          </a:ln>
        </p:spPr>
        <p:txBody>
          <a:bodyPr/>
          <a:lstStyle/>
          <a:p>
            <a:endParaRPr lang="en-US"/>
          </a:p>
        </p:txBody>
      </p:sp>
      <p:sp>
        <p:nvSpPr>
          <p:cNvPr id="68" name="StatNum1"/>
          <p:cNvSpPr txBox="1"/>
          <p:nvPr/>
        </p:nvSpPr>
        <p:spPr>
          <a:xfrm>
            <a:off x="4495800" y="1828800"/>
            <a:ext cx="2971800" cy="914400"/>
          </a:xfrm>
          <a:prstGeom prst="rect">
            <a:avLst/>
          </a:prstGeom>
          <a:noFill/>
          <a:ln>
            <a:noFill/>
          </a:ln>
        </p:spPr>
        <p:txBody>
          <a:bodyPr anchor="b"/>
          <a:lstStyle/>
          <a:p>
            <a:pPr algn="l">
              <a:buNone/>
            </a:pPr>
            <a:r>
              <a:rPr lang="en-US" sz="4400" dirty="0">
                <a:solidFill>
                  <a:srgbClr val="FFD700"/>
                </a:solidFill>
                <a:latin typeface="Georgia"/>
              </a:rPr>
              <a:t>881K</a:t>
            </a:r>
          </a:p>
        </p:txBody>
      </p:sp>
      <p:sp>
        <p:nvSpPr>
          <p:cNvPr id="69" name="StatLabel1"/>
          <p:cNvSpPr txBox="1"/>
          <p:nvPr/>
        </p:nvSpPr>
        <p:spPr>
          <a:xfrm>
            <a:off x="4495800" y="2895600"/>
            <a:ext cx="2971800" cy="1524000"/>
          </a:xfrm>
          <a:prstGeom prst="rect">
            <a:avLst/>
          </a:prstGeom>
          <a:noFill/>
          <a:ln>
            <a:noFill/>
          </a:ln>
        </p:spPr>
        <p:txBody>
          <a:bodyPr anchor="t"/>
          <a:lstStyle/>
          <a:p>
            <a:pPr algn="l">
              <a:spcAft>
                <a:spcPts val="400"/>
              </a:spcAft>
              <a:buNone/>
            </a:pPr>
            <a:r>
              <a:rPr lang="en-US" sz="1100" spc="400" dirty="0">
                <a:solidFill>
                  <a:srgbClr val="C9A84C"/>
                </a:solidFill>
                <a:latin typeface="Georgia"/>
              </a:rPr>
              <a:t>BLOCK HEIGHT</a:t>
            </a:r>
          </a:p>
          <a:p>
            <a:pPr algn="l">
              <a:buNone/>
            </a:pPr>
            <a:r>
              <a:rPr lang="en-US" sz="1600" dirty="0">
                <a:solidFill>
                  <a:srgbClr val="8A857D"/>
                </a:solidFill>
                <a:latin typeface="Georgia"/>
              </a:rPr>
              <a:t>Blocks mined since genesis.</a:t>
            </a:r>
          </a:p>
        </p:txBody>
      </p:sp>
      <p:sp>
        <p:nvSpPr>
          <p:cNvPr id="70" name="StatCard2"/>
          <p:cNvSpPr/>
          <p:nvPr/>
        </p:nvSpPr>
        <p:spPr>
          <a:xfrm>
            <a:off x="7924800" y="1371600"/>
            <a:ext cx="3429000" cy="4114800"/>
          </a:xfrm>
          <a:prstGeom prst="rect">
            <a:avLst/>
          </a:prstGeom>
          <a:solidFill>
            <a:srgbClr val="0A0A0A"/>
          </a:solidFill>
          <a:ln w="6350">
            <a:solidFill>
              <a:srgbClr val="FFD700">
                <a:alpha val="8000"/>
              </a:srgbClr>
            </a:solidFill>
          </a:ln>
        </p:spPr>
        <p:txBody>
          <a:bodyPr/>
          <a:lstStyle/>
          <a:p>
            <a:endParaRPr lang="en-US"/>
          </a:p>
        </p:txBody>
      </p:sp>
      <p:sp>
        <p:nvSpPr>
          <p:cNvPr id="71" name="StatAccent2"/>
          <p:cNvSpPr/>
          <p:nvPr/>
        </p:nvSpPr>
        <p:spPr>
          <a:xfrm>
            <a:off x="7924800" y="1371600"/>
            <a:ext cx="3429000" cy="27000"/>
          </a:xfrm>
          <a:prstGeom prst="rect">
            <a:avLst/>
          </a:prstGeom>
          <a:solidFill>
            <a:srgbClr val="FFD700"/>
          </a:solidFill>
          <a:ln>
            <a:noFill/>
          </a:ln>
        </p:spPr>
        <p:txBody>
          <a:bodyPr/>
          <a:lstStyle/>
          <a:p>
            <a:endParaRPr lang="en-US"/>
          </a:p>
        </p:txBody>
      </p:sp>
      <p:sp>
        <p:nvSpPr>
          <p:cNvPr id="72" name="StatNum2"/>
          <p:cNvSpPr txBox="1"/>
          <p:nvPr/>
        </p:nvSpPr>
        <p:spPr>
          <a:xfrm>
            <a:off x="8153400" y="1828800"/>
            <a:ext cx="2971800" cy="914400"/>
          </a:xfrm>
          <a:prstGeom prst="rect">
            <a:avLst/>
          </a:prstGeom>
          <a:noFill/>
          <a:ln>
            <a:noFill/>
          </a:ln>
        </p:spPr>
        <p:txBody>
          <a:bodyPr anchor="b"/>
          <a:lstStyle/>
          <a:p>
            <a:pPr algn="l">
              <a:buNone/>
            </a:pPr>
            <a:r>
              <a:rPr lang="en-US" sz="4400" dirty="0">
                <a:solidFill>
                  <a:srgbClr val="FFD700"/>
                </a:solidFill>
                <a:latin typeface="Georgia"/>
              </a:rPr>
              <a:t>99.9%</a:t>
            </a:r>
          </a:p>
        </p:txBody>
      </p:sp>
      <p:sp>
        <p:nvSpPr>
          <p:cNvPr id="73" name="StatLabel2"/>
          <p:cNvSpPr txBox="1"/>
          <p:nvPr/>
        </p:nvSpPr>
        <p:spPr>
          <a:xfrm>
            <a:off x="8153400" y="2895600"/>
            <a:ext cx="2971800" cy="1524000"/>
          </a:xfrm>
          <a:prstGeom prst="rect">
            <a:avLst/>
          </a:prstGeom>
          <a:noFill/>
          <a:ln>
            <a:noFill/>
          </a:ln>
        </p:spPr>
        <p:txBody>
          <a:bodyPr anchor="t"/>
          <a:lstStyle/>
          <a:p>
            <a:pPr algn="l">
              <a:spcAft>
                <a:spcPts val="400"/>
              </a:spcAft>
              <a:buNone/>
            </a:pPr>
            <a:r>
              <a:rPr lang="en-US" sz="1100" spc="400" dirty="0">
                <a:solidFill>
                  <a:srgbClr val="C9A84C"/>
                </a:solidFill>
                <a:latin typeface="Georgia"/>
              </a:rPr>
              <a:t>NETWORK UPTIME</a:t>
            </a:r>
          </a:p>
          <a:p>
            <a:pPr algn="l">
              <a:buNone/>
            </a:pPr>
            <a:r>
              <a:rPr lang="en-US" sz="1600" dirty="0">
                <a:solidFill>
                  <a:srgbClr val="8A857D"/>
                </a:solidFill>
                <a:latin typeface="Georgia"/>
              </a:rPr>
              <a:t>Since January 3, 2009.</a:t>
            </a:r>
          </a:p>
        </p:txBody>
      </p:sp>
      <p:sp>
        <p:nvSpPr>
          <p:cNvPr id="900" name="C901"/>
          <p:cNvSpPr/>
          <p:nvPr/>
        </p:nvSpPr>
        <p:spPr>
          <a:xfrm>
            <a:off x="152400" y="152400"/>
            <a:ext cx="4572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152400"/>
            <a:ext cx="0" cy="457200"/>
          </a:xfrm>
          <a:prstGeom prst="line">
            <a:avLst/>
          </a:prstGeom>
          <a:ln w="6350">
            <a:solidFill>
              <a:srgbClr val="C9A84C">
                <a:alpha val="30000"/>
              </a:srgbClr>
            </a:solidFill>
          </a:ln>
        </p:spPr>
        <p:txBody>
          <a:bodyPr/>
          <a:lstStyle/>
          <a:p>
            <a:endParaRPr lang="en-US"/>
          </a:p>
        </p:txBody>
      </p:sp>
      <p:sp>
        <p:nvSpPr>
          <p:cNvPr id="902" name="C903"/>
          <p:cNvSpPr/>
          <p:nvPr/>
        </p:nvSpPr>
        <p:spPr>
          <a:xfrm>
            <a:off x="609600" y="152400"/>
            <a:ext cx="0" cy="76200"/>
          </a:xfrm>
          <a:prstGeom prst="line">
            <a:avLst/>
          </a:prstGeom>
          <a:ln w="6350">
            <a:solidFill>
              <a:srgbClr val="C9A84C">
                <a:alpha val="30000"/>
              </a:srgbClr>
            </a:solidFill>
          </a:ln>
        </p:spPr>
        <p:txBody>
          <a:bodyPr/>
          <a:lstStyle/>
          <a:p>
            <a:endParaRPr lang="en-US"/>
          </a:p>
        </p:txBody>
      </p:sp>
      <p:sp>
        <p:nvSpPr>
          <p:cNvPr id="903" name="C904"/>
          <p:cNvSpPr/>
          <p:nvPr/>
        </p:nvSpPr>
        <p:spPr>
          <a:xfrm>
            <a:off x="152400" y="609600"/>
            <a:ext cx="76200" cy="0"/>
          </a:xfrm>
          <a:prstGeom prst="line">
            <a:avLst/>
          </a:prstGeom>
          <a:ln w="6350">
            <a:solidFill>
              <a:srgbClr val="C9A84C">
                <a:alpha val="30000"/>
              </a:srgbClr>
            </a:solidFill>
          </a:ln>
        </p:spPr>
        <p:txBody>
          <a:bodyPr/>
          <a:lstStyle/>
          <a:p>
            <a:endParaRPr lang="en-US"/>
          </a:p>
        </p:txBody>
      </p:sp>
      <p:sp>
        <p:nvSpPr>
          <p:cNvPr id="904" name="C905"/>
          <p:cNvSpPr/>
          <p:nvPr/>
        </p:nvSpPr>
        <p:spPr>
          <a:xfrm>
            <a:off x="304800" y="304800"/>
            <a:ext cx="304800" cy="0"/>
          </a:xfrm>
          <a:prstGeom prst="line">
            <a:avLst/>
          </a:prstGeom>
          <a:ln w="6350">
            <a:solidFill>
              <a:srgbClr val="C9A84C">
                <a:alpha val="30000"/>
              </a:srgbClr>
            </a:solidFill>
          </a:ln>
        </p:spPr>
        <p:txBody>
          <a:bodyPr/>
          <a:lstStyle/>
          <a:p>
            <a:endParaRPr lang="en-US"/>
          </a:p>
        </p:txBody>
      </p:sp>
      <p:sp>
        <p:nvSpPr>
          <p:cNvPr id="905" name="C906"/>
          <p:cNvSpPr/>
          <p:nvPr/>
        </p:nvSpPr>
        <p:spPr>
          <a:xfrm>
            <a:off x="304800" y="304800"/>
            <a:ext cx="0" cy="304800"/>
          </a:xfrm>
          <a:prstGeom prst="line">
            <a:avLst/>
          </a:prstGeom>
          <a:ln w="6350">
            <a:solidFill>
              <a:srgbClr val="C9A84C">
                <a:alpha val="30000"/>
              </a:srgbClr>
            </a:solidFill>
          </a:ln>
        </p:spPr>
        <p:txBody>
          <a:bodyPr/>
          <a:lstStyle/>
          <a:p>
            <a:endParaRPr lang="en-US"/>
          </a:p>
        </p:txBody>
      </p:sp>
      <p:sp>
        <p:nvSpPr>
          <p:cNvPr id="906" name="C907"/>
          <p:cNvSpPr/>
          <p:nvPr/>
        </p:nvSpPr>
        <p:spPr>
          <a:xfrm>
            <a:off x="609600" y="304800"/>
            <a:ext cx="0" cy="76200"/>
          </a:xfrm>
          <a:prstGeom prst="line">
            <a:avLst/>
          </a:prstGeom>
          <a:ln w="6350">
            <a:solidFill>
              <a:srgbClr val="C9A84C">
                <a:alpha val="30000"/>
              </a:srgbClr>
            </a:solidFill>
          </a:ln>
        </p:spPr>
        <p:txBody>
          <a:bodyPr/>
          <a:lstStyle/>
          <a:p>
            <a:endParaRPr lang="en-US"/>
          </a:p>
        </p:txBody>
      </p:sp>
      <p:sp>
        <p:nvSpPr>
          <p:cNvPr id="907" name="C908"/>
          <p:cNvSpPr/>
          <p:nvPr/>
        </p:nvSpPr>
        <p:spPr>
          <a:xfrm>
            <a:off x="304800" y="609600"/>
            <a:ext cx="76200" cy="0"/>
          </a:xfrm>
          <a:prstGeom prst="line">
            <a:avLst/>
          </a:prstGeom>
          <a:ln w="6350">
            <a:solidFill>
              <a:srgbClr val="C9A84C">
                <a:alpha val="30000"/>
              </a:srgbClr>
            </a:solidFill>
          </a:ln>
        </p:spPr>
        <p:txBody>
          <a:bodyPr/>
          <a:lstStyle/>
          <a:p>
            <a:endParaRPr lang="en-US"/>
          </a:p>
        </p:txBody>
      </p:sp>
      <p:sp>
        <p:nvSpPr>
          <p:cNvPr id="908" name="C909"/>
          <p:cNvSpPr/>
          <p:nvPr/>
        </p:nvSpPr>
        <p:spPr>
          <a:xfrm>
            <a:off x="11582400" y="6705600"/>
            <a:ext cx="457200" cy="0"/>
          </a:xfrm>
          <a:prstGeom prst="line">
            <a:avLst/>
          </a:prstGeom>
          <a:ln w="6350">
            <a:solidFill>
              <a:srgbClr val="C9A84C">
                <a:alpha val="30000"/>
              </a:srgbClr>
            </a:solidFill>
          </a:ln>
        </p:spPr>
        <p:txBody>
          <a:bodyPr/>
          <a:lstStyle/>
          <a:p>
            <a:endParaRPr lang="en-US"/>
          </a:p>
        </p:txBody>
      </p:sp>
      <p:sp>
        <p:nvSpPr>
          <p:cNvPr id="909" name="C910"/>
          <p:cNvSpPr/>
          <p:nvPr/>
        </p:nvSpPr>
        <p:spPr>
          <a:xfrm>
            <a:off x="12039600" y="6248400"/>
            <a:ext cx="0" cy="457200"/>
          </a:xfrm>
          <a:prstGeom prst="line">
            <a:avLst/>
          </a:prstGeom>
          <a:ln w="6350">
            <a:solidFill>
              <a:srgbClr val="C9A84C">
                <a:alpha val="30000"/>
              </a:srgbClr>
            </a:solidFill>
          </a:ln>
        </p:spPr>
        <p:txBody>
          <a:bodyPr/>
          <a:lstStyle/>
          <a:p>
            <a:endParaRPr lang="en-US"/>
          </a:p>
        </p:txBody>
      </p:sp>
      <p:sp>
        <p:nvSpPr>
          <p:cNvPr id="910" name="C911"/>
          <p:cNvSpPr/>
          <p:nvPr/>
        </p:nvSpPr>
        <p:spPr>
          <a:xfrm>
            <a:off x="11582400" y="6629400"/>
            <a:ext cx="0" cy="76200"/>
          </a:xfrm>
          <a:prstGeom prst="line">
            <a:avLst/>
          </a:prstGeom>
          <a:ln w="6350">
            <a:solidFill>
              <a:srgbClr val="C9A84C">
                <a:alpha val="30000"/>
              </a:srgbClr>
            </a:solidFill>
          </a:ln>
        </p:spPr>
        <p:txBody>
          <a:bodyPr/>
          <a:lstStyle/>
          <a:p>
            <a:endParaRPr lang="en-US"/>
          </a:p>
        </p:txBody>
      </p:sp>
      <p:sp>
        <p:nvSpPr>
          <p:cNvPr id="911" name="C912"/>
          <p:cNvSpPr/>
          <p:nvPr/>
        </p:nvSpPr>
        <p:spPr>
          <a:xfrm>
            <a:off x="11963400" y="6248400"/>
            <a:ext cx="76200" cy="0"/>
          </a:xfrm>
          <a:prstGeom prst="line">
            <a:avLst/>
          </a:prstGeom>
          <a:ln w="6350">
            <a:solidFill>
              <a:srgbClr val="C9A84C">
                <a:alpha val="30000"/>
              </a:srgbClr>
            </a:solidFill>
          </a:ln>
        </p:spPr>
        <p:txBody>
          <a:bodyPr/>
          <a:lstStyle/>
          <a:p>
            <a:endParaRPr lang="en-US"/>
          </a:p>
        </p:txBody>
      </p:sp>
      <p:sp>
        <p:nvSpPr>
          <p:cNvPr id="912" name="C913"/>
          <p:cNvSpPr/>
          <p:nvPr/>
        </p:nvSpPr>
        <p:spPr>
          <a:xfrm>
            <a:off x="11582400" y="6553200"/>
            <a:ext cx="304800" cy="0"/>
          </a:xfrm>
          <a:prstGeom prst="line">
            <a:avLst/>
          </a:prstGeom>
          <a:ln w="6350">
            <a:solidFill>
              <a:srgbClr val="C9A84C">
                <a:alpha val="30000"/>
              </a:srgbClr>
            </a:solidFill>
          </a:ln>
        </p:spPr>
        <p:txBody>
          <a:bodyPr/>
          <a:lstStyle/>
          <a:p>
            <a:endParaRPr lang="en-US"/>
          </a:p>
        </p:txBody>
      </p:sp>
      <p:sp>
        <p:nvSpPr>
          <p:cNvPr id="913" name="C914"/>
          <p:cNvSpPr/>
          <p:nvPr/>
        </p:nvSpPr>
        <p:spPr>
          <a:xfrm>
            <a:off x="11887200" y="6248400"/>
            <a:ext cx="0" cy="304800"/>
          </a:xfrm>
          <a:prstGeom prst="line">
            <a:avLst/>
          </a:prstGeom>
          <a:ln w="6350">
            <a:solidFill>
              <a:srgbClr val="C9A84C">
                <a:alpha val="30000"/>
              </a:srgbClr>
            </a:solidFill>
          </a:ln>
        </p:spPr>
        <p:txBody>
          <a:bodyPr/>
          <a:lstStyle/>
          <a:p>
            <a:endParaRPr lang="en-US"/>
          </a:p>
        </p:txBody>
      </p:sp>
      <p:sp>
        <p:nvSpPr>
          <p:cNvPr id="914" name="C915"/>
          <p:cNvSpPr/>
          <p:nvPr/>
        </p:nvSpPr>
        <p:spPr>
          <a:xfrm>
            <a:off x="11582400" y="6477000"/>
            <a:ext cx="0" cy="76200"/>
          </a:xfrm>
          <a:prstGeom prst="line">
            <a:avLst/>
          </a:prstGeom>
          <a:ln w="6350">
            <a:solidFill>
              <a:srgbClr val="C9A84C">
                <a:alpha val="30000"/>
              </a:srgbClr>
            </a:solidFill>
          </a:ln>
        </p:spPr>
        <p:txBody>
          <a:bodyPr/>
          <a:lstStyle/>
          <a:p>
            <a:endParaRPr lang="en-US"/>
          </a:p>
        </p:txBody>
      </p:sp>
      <p:sp>
        <p:nvSpPr>
          <p:cNvPr id="915" name="C916"/>
          <p:cNvSpPr/>
          <p:nvPr/>
        </p:nvSpPr>
        <p:spPr>
          <a:xfrm>
            <a:off x="11811000" y="6248400"/>
            <a:ext cx="76200" cy="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266196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584D7C-A2D9-46F2-8963-33E5FE74C1B9}"/>
              </a:ext>
            </a:extLst>
          </p:cNvPr>
          <p:cNvSpPr txBox="1"/>
          <p:nvPr/>
        </p:nvSpPr>
        <p:spPr>
          <a:xfrm>
            <a:off x="508000" y="254000"/>
            <a:ext cx="9144000" cy="609600"/>
          </a:xfrm>
          <a:prstGeom prst="rect">
            <a:avLst/>
          </a:prstGeom>
          <a:noFill/>
        </p:spPr>
        <p:txBody>
          <a:bodyPr vertOverflow="overflow" vert="horz" wrap="square" rtlCol="0" anchor="t">
            <a:spAutoFit/>
          </a:bodyPr>
          <a:lstStyle/>
          <a:p>
            <a:pPr algn="l"/>
            <a:r>
              <a:rPr lang="en-US" sz="2800">
                <a:solidFill>
                  <a:srgbClr val="E8E4DC"/>
                </a:solidFill>
                <a:latin typeface="Georgia"/>
              </a:rPr>
              <a:t>Data Table Title</a:t>
            </a:r>
          </a:p>
        </p:txBody>
      </p:sp>
      <p:sp>
        <p:nvSpPr>
          <p:cNvPr id="3" name="Rectangle 2">
            <a:extLst>
              <a:ext uri="{FF2B5EF4-FFF2-40B4-BE49-F238E27FC236}">
                <a16:creationId xmlns:a16="http://schemas.microsoft.com/office/drawing/2014/main" id="{ACE90AED-1EE4-48DB-AAAE-BAC04363A716}"/>
              </a:ext>
            </a:extLst>
          </p:cNvPr>
          <p:cNvSpPr/>
          <p:nvPr/>
        </p:nvSpPr>
        <p:spPr>
          <a:xfrm>
            <a:off x="508000" y="914400"/>
            <a:ext cx="1016000" cy="25400"/>
          </a:xfrm>
          <a:prstGeom prst="rect">
            <a:avLst/>
          </a:prstGeom>
          <a:solidFill>
            <a:srgbClr val="FFD7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graphicFrame>
        <p:nvGraphicFramePr>
          <p:cNvPr id="5" name="Table 4">
            <a:extLst>
              <a:ext uri="{FF2B5EF4-FFF2-40B4-BE49-F238E27FC236}">
                <a16:creationId xmlns:a16="http://schemas.microsoft.com/office/drawing/2014/main" id="{BAC62ED0-6CC8-4BFF-9E61-EBD9C5BBB5E5}"/>
              </a:ext>
            </a:extLst>
          </p:cNvPr>
          <p:cNvGraphicFramePr>
            <a:graphicFrameLocks noGrp="1"/>
          </p:cNvGraphicFramePr>
          <p:nvPr/>
        </p:nvGraphicFramePr>
        <p:xfrm>
          <a:off x="508000" y="1143000"/>
          <a:ext cx="11176000" cy="41275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990774508"/>
                    </a:ext>
                  </a:extLst>
                </a:gridCol>
                <a:gridCol w="2667000">
                  <a:extLst>
                    <a:ext uri="{9D8B030D-6E8A-4147-A177-3AD203B41FA5}">
                      <a16:colId xmlns:a16="http://schemas.microsoft.com/office/drawing/2014/main" val="2766184907"/>
                    </a:ext>
                  </a:extLst>
                </a:gridCol>
                <a:gridCol w="2667000">
                  <a:extLst>
                    <a:ext uri="{9D8B030D-6E8A-4147-A177-3AD203B41FA5}">
                      <a16:colId xmlns:a16="http://schemas.microsoft.com/office/drawing/2014/main" val="2194434380"/>
                    </a:ext>
                  </a:extLst>
                </a:gridCol>
                <a:gridCol w="2667000">
                  <a:extLst>
                    <a:ext uri="{9D8B030D-6E8A-4147-A177-3AD203B41FA5}">
                      <a16:colId xmlns:a16="http://schemas.microsoft.com/office/drawing/2014/main" val="1280098464"/>
                    </a:ext>
                  </a:extLst>
                </a:gridCol>
              </a:tblGrid>
              <a:tr h="571500">
                <a:tc>
                  <a:txBody>
                    <a:bodyPr/>
                    <a:lstStyle/>
                    <a:p>
                      <a:pPr algn="l"/>
                      <a:r>
                        <a:rPr lang="en-US" sz="1400" b="1">
                          <a:solidFill>
                            <a:srgbClr val="C9A84C"/>
                          </a:solidFill>
                          <a:latin typeface="Georgia"/>
                        </a:rPr>
                        <a:t>METRIC</a:t>
                      </a:r>
                    </a:p>
                  </a:txBody>
                  <a:tcPr anchor="ctr">
                    <a:solidFill>
                      <a:srgbClr val="0A0A0A"/>
                    </a:solidFill>
                  </a:tcPr>
                </a:tc>
                <a:tc>
                  <a:txBody>
                    <a:bodyPr/>
                    <a:lstStyle/>
                    <a:p>
                      <a:pPr algn="ctr"/>
                      <a:r>
                        <a:rPr lang="en-US" sz="1400" b="1">
                          <a:solidFill>
                            <a:srgbClr val="C9A84C"/>
                          </a:solidFill>
                          <a:latin typeface="Georgia"/>
                        </a:rPr>
                        <a:t>Q1 2025</a:t>
                      </a:r>
                    </a:p>
                  </a:txBody>
                  <a:tcPr anchor="ctr">
                    <a:solidFill>
                      <a:srgbClr val="0A0A0A"/>
                    </a:solidFill>
                  </a:tcPr>
                </a:tc>
                <a:tc>
                  <a:txBody>
                    <a:bodyPr/>
                    <a:lstStyle/>
                    <a:p>
                      <a:pPr algn="ctr"/>
                      <a:r>
                        <a:rPr lang="en-US" sz="1400" b="1">
                          <a:solidFill>
                            <a:srgbClr val="C9A84C"/>
                          </a:solidFill>
                          <a:latin typeface="Georgia"/>
                        </a:rPr>
                        <a:t>Q2 2025</a:t>
                      </a:r>
                    </a:p>
                  </a:txBody>
                  <a:tcPr anchor="ctr">
                    <a:solidFill>
                      <a:srgbClr val="0A0A0A"/>
                    </a:solidFill>
                  </a:tcPr>
                </a:tc>
                <a:tc>
                  <a:txBody>
                    <a:bodyPr/>
                    <a:lstStyle/>
                    <a:p>
                      <a:pPr algn="ctr"/>
                      <a:r>
                        <a:rPr lang="en-US" sz="1400" b="1">
                          <a:solidFill>
                            <a:srgbClr val="C9A84C"/>
                          </a:solidFill>
                          <a:latin typeface="Georgia"/>
                        </a:rPr>
                        <a:t>Q3 2025</a:t>
                      </a:r>
                    </a:p>
                  </a:txBody>
                  <a:tcPr anchor="ctr">
                    <a:solidFill>
                      <a:srgbClr val="0A0A0A"/>
                    </a:solidFill>
                  </a:tcPr>
                </a:tc>
                <a:extLst>
                  <a:ext uri="{0D108BD9-81ED-4DB2-BD59-A6C34878D82A}">
                    <a16:rowId xmlns:a16="http://schemas.microsoft.com/office/drawing/2014/main" val="1338102518"/>
                  </a:ext>
                </a:extLst>
              </a:tr>
              <a:tr h="889000">
                <a:tc>
                  <a:txBody>
                    <a:bodyPr/>
                    <a:lstStyle/>
                    <a:p>
                      <a:pPr algn="l"/>
                      <a:r>
                        <a:rPr lang="en-US" sz="1400" b="1">
                          <a:solidFill>
                            <a:srgbClr val="E8E4DC"/>
                          </a:solidFill>
                          <a:latin typeface="Georgia"/>
                        </a:rPr>
                        <a:t>Hash Rate</a:t>
                      </a:r>
                    </a:p>
                  </a:txBody>
                  <a:tcPr anchor="ctr">
                    <a:solidFill>
                      <a:srgbClr val="050505"/>
                    </a:solidFill>
                  </a:tcPr>
                </a:tc>
                <a:tc>
                  <a:txBody>
                    <a:bodyPr/>
                    <a:lstStyle/>
                    <a:p>
                      <a:pPr algn="ctr"/>
                      <a:r>
                        <a:rPr lang="en-US" sz="1400" b="0">
                          <a:solidFill>
                            <a:srgbClr val="8A857D"/>
                          </a:solidFill>
                          <a:latin typeface="Georgia"/>
                        </a:rPr>
                        <a:t>625 EH/s</a:t>
                      </a:r>
                    </a:p>
                  </a:txBody>
                  <a:tcPr anchor="ctr">
                    <a:solidFill>
                      <a:srgbClr val="050505"/>
                    </a:solidFill>
                  </a:tcPr>
                </a:tc>
                <a:tc>
                  <a:txBody>
                    <a:bodyPr/>
                    <a:lstStyle/>
                    <a:p>
                      <a:pPr algn="ctr"/>
                      <a:r>
                        <a:rPr lang="en-US" sz="1400" b="0">
                          <a:solidFill>
                            <a:srgbClr val="8A857D"/>
                          </a:solidFill>
                          <a:latin typeface="Georgia"/>
                        </a:rPr>
                        <a:t>680 EH/s</a:t>
                      </a:r>
                    </a:p>
                  </a:txBody>
                  <a:tcPr anchor="ctr">
                    <a:solidFill>
                      <a:srgbClr val="050505"/>
                    </a:solidFill>
                  </a:tcPr>
                </a:tc>
                <a:tc>
                  <a:txBody>
                    <a:bodyPr/>
                    <a:lstStyle/>
                    <a:p>
                      <a:pPr algn="ctr"/>
                      <a:r>
                        <a:rPr lang="en-US" sz="1400" b="0">
                          <a:solidFill>
                            <a:srgbClr val="8A857D"/>
                          </a:solidFill>
                          <a:latin typeface="Georgia"/>
                        </a:rPr>
                        <a:t>712 EH/s</a:t>
                      </a:r>
                    </a:p>
                  </a:txBody>
                  <a:tcPr anchor="ctr">
                    <a:solidFill>
                      <a:srgbClr val="050505"/>
                    </a:solidFill>
                  </a:tcPr>
                </a:tc>
                <a:extLst>
                  <a:ext uri="{0D108BD9-81ED-4DB2-BD59-A6C34878D82A}">
                    <a16:rowId xmlns:a16="http://schemas.microsoft.com/office/drawing/2014/main" val="3489206616"/>
                  </a:ext>
                </a:extLst>
              </a:tr>
              <a:tr h="889000">
                <a:tc>
                  <a:txBody>
                    <a:bodyPr/>
                    <a:lstStyle/>
                    <a:p>
                      <a:pPr algn="l"/>
                      <a:r>
                        <a:rPr lang="en-US" sz="1400" b="1">
                          <a:solidFill>
                            <a:srgbClr val="E8E4DC"/>
                          </a:solidFill>
                          <a:latin typeface="Georgia"/>
                        </a:rPr>
                        <a:t>Difficulty</a:t>
                      </a:r>
                    </a:p>
                  </a:txBody>
                  <a:tcPr anchor="ctr">
                    <a:solidFill>
                      <a:srgbClr val="0A0A0A"/>
                    </a:solidFill>
                  </a:tcPr>
                </a:tc>
                <a:tc>
                  <a:txBody>
                    <a:bodyPr/>
                    <a:lstStyle/>
                    <a:p>
                      <a:pPr algn="ctr"/>
                      <a:r>
                        <a:rPr lang="en-US" sz="1400" b="0">
                          <a:solidFill>
                            <a:srgbClr val="8A857D"/>
                          </a:solidFill>
                          <a:latin typeface="Georgia"/>
                        </a:rPr>
                        <a:t>78.5T</a:t>
                      </a:r>
                    </a:p>
                  </a:txBody>
                  <a:tcPr anchor="ctr">
                    <a:solidFill>
                      <a:srgbClr val="0A0A0A"/>
                    </a:solidFill>
                  </a:tcPr>
                </a:tc>
                <a:tc>
                  <a:txBody>
                    <a:bodyPr/>
                    <a:lstStyle/>
                    <a:p>
                      <a:pPr algn="ctr"/>
                      <a:r>
                        <a:rPr lang="en-US" sz="1400" b="0">
                          <a:solidFill>
                            <a:srgbClr val="8A857D"/>
                          </a:solidFill>
                          <a:latin typeface="Georgia"/>
                        </a:rPr>
                        <a:t>82.1T</a:t>
                      </a:r>
                    </a:p>
                  </a:txBody>
                  <a:tcPr anchor="ctr">
                    <a:solidFill>
                      <a:srgbClr val="0A0A0A"/>
                    </a:solidFill>
                  </a:tcPr>
                </a:tc>
                <a:tc>
                  <a:txBody>
                    <a:bodyPr/>
                    <a:lstStyle/>
                    <a:p>
                      <a:pPr algn="ctr"/>
                      <a:r>
                        <a:rPr lang="en-US" sz="1400" b="0">
                          <a:solidFill>
                            <a:srgbClr val="8A857D"/>
                          </a:solidFill>
                          <a:latin typeface="Georgia"/>
                        </a:rPr>
                        <a:t>85.6T</a:t>
                      </a:r>
                    </a:p>
                  </a:txBody>
                  <a:tcPr anchor="ctr">
                    <a:solidFill>
                      <a:srgbClr val="0A0A0A"/>
                    </a:solidFill>
                  </a:tcPr>
                </a:tc>
                <a:extLst>
                  <a:ext uri="{0D108BD9-81ED-4DB2-BD59-A6C34878D82A}">
                    <a16:rowId xmlns:a16="http://schemas.microsoft.com/office/drawing/2014/main" val="1885465548"/>
                  </a:ext>
                </a:extLst>
              </a:tr>
              <a:tr h="889000">
                <a:tc>
                  <a:txBody>
                    <a:bodyPr/>
                    <a:lstStyle/>
                    <a:p>
                      <a:pPr algn="l"/>
                      <a:r>
                        <a:rPr lang="en-US" sz="1400" b="1">
                          <a:solidFill>
                            <a:srgbClr val="E8E4DC"/>
                          </a:solidFill>
                          <a:latin typeface="Georgia"/>
                        </a:rPr>
                        <a:t>Avg Block Time</a:t>
                      </a:r>
                    </a:p>
                  </a:txBody>
                  <a:tcPr anchor="ctr">
                    <a:solidFill>
                      <a:srgbClr val="050505"/>
                    </a:solidFill>
                  </a:tcPr>
                </a:tc>
                <a:tc>
                  <a:txBody>
                    <a:bodyPr/>
                    <a:lstStyle/>
                    <a:p>
                      <a:pPr algn="ctr"/>
                      <a:r>
                        <a:rPr lang="en-US" sz="1400" b="0">
                          <a:solidFill>
                            <a:srgbClr val="8A857D"/>
                          </a:solidFill>
                          <a:latin typeface="Georgia"/>
                        </a:rPr>
                        <a:t>9.8 min</a:t>
                      </a:r>
                    </a:p>
                  </a:txBody>
                  <a:tcPr anchor="ctr">
                    <a:solidFill>
                      <a:srgbClr val="050505"/>
                    </a:solidFill>
                  </a:tcPr>
                </a:tc>
                <a:tc>
                  <a:txBody>
                    <a:bodyPr/>
                    <a:lstStyle/>
                    <a:p>
                      <a:pPr algn="ctr"/>
                      <a:r>
                        <a:rPr lang="en-US" sz="1400" b="0">
                          <a:solidFill>
                            <a:srgbClr val="8A857D"/>
                          </a:solidFill>
                          <a:latin typeface="Georgia"/>
                        </a:rPr>
                        <a:t>10.1 min</a:t>
                      </a:r>
                    </a:p>
                  </a:txBody>
                  <a:tcPr anchor="ctr">
                    <a:solidFill>
                      <a:srgbClr val="050505"/>
                    </a:solidFill>
                  </a:tcPr>
                </a:tc>
                <a:tc>
                  <a:txBody>
                    <a:bodyPr/>
                    <a:lstStyle/>
                    <a:p>
                      <a:pPr algn="ctr"/>
                      <a:r>
                        <a:rPr lang="en-US" sz="1400" b="0">
                          <a:solidFill>
                            <a:srgbClr val="8A857D"/>
                          </a:solidFill>
                          <a:latin typeface="Georgia"/>
                        </a:rPr>
                        <a:t>9.9 min</a:t>
                      </a:r>
                    </a:p>
                  </a:txBody>
                  <a:tcPr anchor="ctr">
                    <a:solidFill>
                      <a:srgbClr val="050505"/>
                    </a:solidFill>
                  </a:tcPr>
                </a:tc>
                <a:extLst>
                  <a:ext uri="{0D108BD9-81ED-4DB2-BD59-A6C34878D82A}">
                    <a16:rowId xmlns:a16="http://schemas.microsoft.com/office/drawing/2014/main" val="82407905"/>
                  </a:ext>
                </a:extLst>
              </a:tr>
              <a:tr h="889000">
                <a:tc>
                  <a:txBody>
                    <a:bodyPr/>
                    <a:lstStyle/>
                    <a:p>
                      <a:pPr algn="l"/>
                      <a:r>
                        <a:rPr lang="en-US" sz="1400" b="1">
                          <a:solidFill>
                            <a:srgbClr val="E8E4DC"/>
                          </a:solidFill>
                          <a:latin typeface="Georgia"/>
                        </a:rPr>
                        <a:t>Transactions</a:t>
                      </a:r>
                    </a:p>
                  </a:txBody>
                  <a:tcPr anchor="ctr">
                    <a:solidFill>
                      <a:srgbClr val="0A0A0A"/>
                    </a:solidFill>
                  </a:tcPr>
                </a:tc>
                <a:tc>
                  <a:txBody>
                    <a:bodyPr/>
                    <a:lstStyle/>
                    <a:p>
                      <a:pPr algn="ctr"/>
                      <a:r>
                        <a:rPr lang="en-US" sz="1400" b="0">
                          <a:solidFill>
                            <a:srgbClr val="8A857D"/>
                          </a:solidFill>
                          <a:latin typeface="Georgia"/>
                        </a:rPr>
                        <a:t>412K/day</a:t>
                      </a:r>
                    </a:p>
                  </a:txBody>
                  <a:tcPr anchor="ctr">
                    <a:solidFill>
                      <a:srgbClr val="0A0A0A"/>
                    </a:solidFill>
                  </a:tcPr>
                </a:tc>
                <a:tc>
                  <a:txBody>
                    <a:bodyPr/>
                    <a:lstStyle/>
                    <a:p>
                      <a:pPr algn="ctr"/>
                      <a:r>
                        <a:rPr lang="en-US" sz="1400" b="0">
                          <a:solidFill>
                            <a:srgbClr val="8A857D"/>
                          </a:solidFill>
                          <a:latin typeface="Georgia"/>
                        </a:rPr>
                        <a:t>438K/day</a:t>
                      </a:r>
                    </a:p>
                  </a:txBody>
                  <a:tcPr anchor="ctr">
                    <a:solidFill>
                      <a:srgbClr val="0A0A0A"/>
                    </a:solidFill>
                  </a:tcPr>
                </a:tc>
                <a:tc>
                  <a:txBody>
                    <a:bodyPr/>
                    <a:lstStyle/>
                    <a:p>
                      <a:pPr algn="ctr"/>
                      <a:r>
                        <a:rPr lang="en-US" sz="1400" b="0">
                          <a:solidFill>
                            <a:srgbClr val="8A857D"/>
                          </a:solidFill>
                          <a:latin typeface="Georgia"/>
                        </a:rPr>
                        <a:t>461K/day</a:t>
                      </a:r>
                    </a:p>
                  </a:txBody>
                  <a:tcPr anchor="ctr">
                    <a:solidFill>
                      <a:srgbClr val="0A0A0A"/>
                    </a:solidFill>
                  </a:tcPr>
                </a:tc>
                <a:extLst>
                  <a:ext uri="{0D108BD9-81ED-4DB2-BD59-A6C34878D82A}">
                    <a16:rowId xmlns:a16="http://schemas.microsoft.com/office/drawing/2014/main" val="2784610325"/>
                  </a:ext>
                </a:extLst>
              </a:tr>
            </a:tbl>
          </a:graphicData>
        </a:graphic>
      </p:graphicFrame>
      <p:sp>
        <p:nvSpPr>
          <p:cNvPr id="900" name="C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D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D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3006095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96"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0xE619 8A4F C3D5 0B72 67F1 3EA8 9C24 5D0B 4C8E D1A6 7523 F0B9</a:t>
            </a:r>
          </a:p>
        </p:txBody>
      </p:sp>
      <p:sp>
        <p:nvSpPr>
          <p:cNvPr id="95"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80" name="Timeline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Process Flow</a:t>
            </a:r>
          </a:p>
        </p:txBody>
      </p:sp>
      <p:sp>
        <p:nvSpPr>
          <p:cNvPr id="81" name="TimelineDivider"/>
          <p:cNvSpPr/>
          <p:nvPr/>
        </p:nvSpPr>
        <p:spPr>
          <a:xfrm>
            <a:off x="609600" y="1028700"/>
            <a:ext cx="1143000" cy="0"/>
          </a:xfrm>
          <a:prstGeom prst="line">
            <a:avLst/>
          </a:prstGeom>
          <a:ln w="12700">
            <a:solidFill>
              <a:srgbClr val="FFD700"/>
            </a:solidFill>
          </a:ln>
        </p:spPr>
        <p:txBody>
          <a:bodyPr/>
          <a:lstStyle/>
          <a:p>
            <a:endParaRPr lang="en-US"/>
          </a:p>
        </p:txBody>
      </p:sp>
      <p:sp>
        <p:nvSpPr>
          <p:cNvPr id="82" name="ConnectLine"/>
          <p:cNvSpPr/>
          <p:nvPr/>
        </p:nvSpPr>
        <p:spPr>
          <a:xfrm>
            <a:off x="1295400" y="3048000"/>
            <a:ext cx="9601200" cy="0"/>
          </a:xfrm>
          <a:prstGeom prst="line">
            <a:avLst/>
          </a:prstGeom>
          <a:ln w="12700">
            <a:solidFill>
              <a:srgbClr val="C9A84C">
                <a:alpha val="30000"/>
              </a:srgbClr>
            </a:solidFill>
          </a:ln>
        </p:spPr>
        <p:txBody>
          <a:bodyPr/>
          <a:lstStyle/>
          <a:p>
            <a:endParaRPr lang="en-US"/>
          </a:p>
        </p:txBody>
      </p:sp>
      <p:sp>
        <p:nvSpPr>
          <p:cNvPr id="83" name="StepCircle0"/>
          <p:cNvSpPr/>
          <p:nvPr/>
        </p:nvSpPr>
        <p:spPr>
          <a:xfrm>
            <a:off x="18211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01</a:t>
            </a:r>
          </a:p>
        </p:txBody>
      </p:sp>
      <p:sp>
        <p:nvSpPr>
          <p:cNvPr id="84" name="StepTitle0"/>
          <p:cNvSpPr txBox="1"/>
          <p:nvPr/>
        </p:nvSpPr>
        <p:spPr>
          <a:xfrm>
            <a:off x="8382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STEP ONE</a:t>
            </a:r>
          </a:p>
        </p:txBody>
      </p:sp>
      <p:sp>
        <p:nvSpPr>
          <p:cNvPr id="85" name="StepDesc0"/>
          <p:cNvSpPr txBox="1"/>
          <p:nvPr/>
        </p:nvSpPr>
        <p:spPr>
          <a:xfrm>
            <a:off x="838200" y="3855720"/>
            <a:ext cx="2514600" cy="1371600"/>
          </a:xfrm>
          <a:prstGeom prst="rect">
            <a:avLst/>
          </a:prstGeom>
          <a:noFill/>
          <a:ln>
            <a:noFill/>
          </a:ln>
        </p:spPr>
        <p:txBody>
          <a:bodyPr anchor="t"/>
          <a:lstStyle/>
          <a:p>
            <a:pPr algn="ctr">
              <a:buNone/>
            </a:pPr>
            <a:r>
              <a:rPr lang="en-US" sz="1400" dirty="0">
                <a:solidFill>
                  <a:srgbClr val="8A857D"/>
                </a:solidFill>
                <a:latin typeface="Georgia"/>
              </a:rPr>
              <a:t>Description of the first step in the process</a:t>
            </a:r>
          </a:p>
        </p:txBody>
      </p:sp>
      <p:sp>
        <p:nvSpPr>
          <p:cNvPr id="86" name="StepCircle1"/>
          <p:cNvSpPr/>
          <p:nvPr/>
        </p:nvSpPr>
        <p:spPr>
          <a:xfrm>
            <a:off x="43357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02</a:t>
            </a:r>
          </a:p>
        </p:txBody>
      </p:sp>
      <p:sp>
        <p:nvSpPr>
          <p:cNvPr id="87" name="StepTitle1"/>
          <p:cNvSpPr txBox="1"/>
          <p:nvPr/>
        </p:nvSpPr>
        <p:spPr>
          <a:xfrm>
            <a:off x="33528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STEP TWO</a:t>
            </a:r>
          </a:p>
        </p:txBody>
      </p:sp>
      <p:sp>
        <p:nvSpPr>
          <p:cNvPr id="88" name="StepDesc1"/>
          <p:cNvSpPr txBox="1"/>
          <p:nvPr/>
        </p:nvSpPr>
        <p:spPr>
          <a:xfrm>
            <a:off x="3352800" y="3855720"/>
            <a:ext cx="2514600" cy="1371600"/>
          </a:xfrm>
          <a:prstGeom prst="rect">
            <a:avLst/>
          </a:prstGeom>
          <a:noFill/>
          <a:ln>
            <a:noFill/>
          </a:ln>
        </p:spPr>
        <p:txBody>
          <a:bodyPr anchor="t"/>
          <a:lstStyle/>
          <a:p>
            <a:pPr algn="ctr">
              <a:buNone/>
            </a:pPr>
            <a:r>
              <a:rPr lang="en-US" sz="1400" dirty="0">
                <a:solidFill>
                  <a:srgbClr val="8A857D"/>
                </a:solidFill>
                <a:latin typeface="Georgia"/>
              </a:rPr>
              <a:t>Description of the second step in the process</a:t>
            </a:r>
          </a:p>
        </p:txBody>
      </p:sp>
      <p:sp>
        <p:nvSpPr>
          <p:cNvPr id="89" name="StepCircle2"/>
          <p:cNvSpPr/>
          <p:nvPr/>
        </p:nvSpPr>
        <p:spPr>
          <a:xfrm>
            <a:off x="68503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03</a:t>
            </a:r>
          </a:p>
        </p:txBody>
      </p:sp>
      <p:sp>
        <p:nvSpPr>
          <p:cNvPr id="90" name="StepTitle2"/>
          <p:cNvSpPr txBox="1"/>
          <p:nvPr/>
        </p:nvSpPr>
        <p:spPr>
          <a:xfrm>
            <a:off x="58674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STEP THREE</a:t>
            </a:r>
          </a:p>
        </p:txBody>
      </p:sp>
      <p:sp>
        <p:nvSpPr>
          <p:cNvPr id="91" name="StepDesc2"/>
          <p:cNvSpPr txBox="1"/>
          <p:nvPr/>
        </p:nvSpPr>
        <p:spPr>
          <a:xfrm>
            <a:off x="5867400" y="3855720"/>
            <a:ext cx="2514600" cy="1371600"/>
          </a:xfrm>
          <a:prstGeom prst="rect">
            <a:avLst/>
          </a:prstGeom>
          <a:noFill/>
          <a:ln>
            <a:noFill/>
          </a:ln>
        </p:spPr>
        <p:txBody>
          <a:bodyPr anchor="t"/>
          <a:lstStyle/>
          <a:p>
            <a:pPr algn="ctr">
              <a:buNone/>
            </a:pPr>
            <a:r>
              <a:rPr lang="en-US" sz="1400" dirty="0">
                <a:solidFill>
                  <a:srgbClr val="8A857D"/>
                </a:solidFill>
                <a:latin typeface="Georgia"/>
              </a:rPr>
              <a:t>Description of the third step in the process</a:t>
            </a:r>
          </a:p>
        </p:txBody>
      </p:sp>
      <p:sp>
        <p:nvSpPr>
          <p:cNvPr id="92" name="StepCircle3"/>
          <p:cNvSpPr/>
          <p:nvPr/>
        </p:nvSpPr>
        <p:spPr>
          <a:xfrm>
            <a:off x="93649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04</a:t>
            </a:r>
          </a:p>
        </p:txBody>
      </p:sp>
      <p:sp>
        <p:nvSpPr>
          <p:cNvPr id="93" name="StepTitle3"/>
          <p:cNvSpPr txBox="1"/>
          <p:nvPr/>
        </p:nvSpPr>
        <p:spPr>
          <a:xfrm>
            <a:off x="83820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STEP FOUR</a:t>
            </a:r>
          </a:p>
        </p:txBody>
      </p:sp>
      <p:sp>
        <p:nvSpPr>
          <p:cNvPr id="94" name="StepDesc3"/>
          <p:cNvSpPr txBox="1"/>
          <p:nvPr/>
        </p:nvSpPr>
        <p:spPr>
          <a:xfrm>
            <a:off x="8382000" y="3855720"/>
            <a:ext cx="2514600" cy="1371600"/>
          </a:xfrm>
          <a:prstGeom prst="rect">
            <a:avLst/>
          </a:prstGeom>
          <a:noFill/>
          <a:ln>
            <a:noFill/>
          </a:ln>
        </p:spPr>
        <p:txBody>
          <a:bodyPr anchor="t"/>
          <a:lstStyle/>
          <a:p>
            <a:pPr algn="ctr">
              <a:buNone/>
            </a:pPr>
            <a:r>
              <a:rPr lang="en-US" sz="1400" dirty="0">
                <a:solidFill>
                  <a:srgbClr val="8A857D"/>
                </a:solidFill>
                <a:latin typeface="Georgia"/>
              </a:rPr>
              <a:t>Description of the fourth step in the process</a:t>
            </a:r>
          </a:p>
        </p:txBody>
      </p:sp>
      <p:sp>
        <p:nvSpPr>
          <p:cNvPr id="900" name="C901"/>
          <p:cNvSpPr/>
          <p:nvPr/>
        </p:nvSpPr>
        <p:spPr>
          <a:xfrm>
            <a:off x="152400" y="228600"/>
            <a:ext cx="685800" cy="0"/>
          </a:xfrm>
          <a:prstGeom prst="line">
            <a:avLst/>
          </a:prstGeom>
          <a:ln w="6350">
            <a:solidFill>
              <a:srgbClr val="C9A84C">
                <a:alpha val="30000"/>
              </a:srgbClr>
            </a:solidFill>
          </a:ln>
        </p:spPr>
        <p:txBody>
          <a:bodyPr/>
          <a:lstStyle/>
          <a:p>
            <a:endParaRPr lang="en-US"/>
          </a:p>
        </p:txBody>
      </p:sp>
      <p:sp>
        <p:nvSpPr>
          <p:cNvPr id="901" name="C902"/>
          <p:cNvSpPr/>
          <p:nvPr/>
        </p:nvSpPr>
        <p:spPr>
          <a:xfrm>
            <a:off x="228600" y="152400"/>
            <a:ext cx="0" cy="685800"/>
          </a:xfrm>
          <a:prstGeom prst="line">
            <a:avLst/>
          </a:prstGeom>
          <a:ln w="6350">
            <a:solidFill>
              <a:srgbClr val="C9A84C">
                <a:alpha val="30000"/>
              </a:srgbClr>
            </a:solidFill>
          </a:ln>
        </p:spPr>
        <p:txBody>
          <a:bodyPr/>
          <a:lstStyle/>
          <a:p>
            <a:endParaRPr lang="en-US"/>
          </a:p>
        </p:txBody>
      </p:sp>
      <p:sp>
        <p:nvSpPr>
          <p:cNvPr id="902" name="C903"/>
          <p:cNvSpPr/>
          <p:nvPr/>
        </p:nvSpPr>
        <p:spPr>
          <a:xfrm>
            <a:off x="487680" y="533400"/>
            <a:ext cx="91440" cy="0"/>
          </a:xfrm>
          <a:prstGeom prst="line">
            <a:avLst/>
          </a:prstGeom>
          <a:ln w="6350">
            <a:solidFill>
              <a:srgbClr val="C9A84C">
                <a:alpha val="30000"/>
              </a:srgbClr>
            </a:solidFill>
          </a:ln>
        </p:spPr>
        <p:txBody>
          <a:bodyPr/>
          <a:lstStyle/>
          <a:p>
            <a:endParaRPr lang="en-US"/>
          </a:p>
        </p:txBody>
      </p:sp>
      <p:sp>
        <p:nvSpPr>
          <p:cNvPr id="903" name="C904"/>
          <p:cNvSpPr/>
          <p:nvPr/>
        </p:nvSpPr>
        <p:spPr>
          <a:xfrm>
            <a:off x="533400" y="487680"/>
            <a:ext cx="0" cy="91440"/>
          </a:xfrm>
          <a:prstGeom prst="line">
            <a:avLst/>
          </a:prstGeom>
          <a:ln w="6350">
            <a:solidFill>
              <a:srgbClr val="C9A84C">
                <a:alpha val="30000"/>
              </a:srgbClr>
            </a:solidFill>
          </a:ln>
        </p:spPr>
        <p:txBody>
          <a:bodyPr/>
          <a:lstStyle/>
          <a:p>
            <a:endParaRPr lang="en-US"/>
          </a:p>
        </p:txBody>
      </p:sp>
      <p:sp>
        <p:nvSpPr>
          <p:cNvPr id="904" name="C905"/>
          <p:cNvSpPr/>
          <p:nvPr/>
        </p:nvSpPr>
        <p:spPr>
          <a:xfrm>
            <a:off x="11353800" y="6629400"/>
            <a:ext cx="685800" cy="0"/>
          </a:xfrm>
          <a:prstGeom prst="line">
            <a:avLst/>
          </a:prstGeom>
          <a:ln w="6350">
            <a:solidFill>
              <a:srgbClr val="C9A84C">
                <a:alpha val="30000"/>
              </a:srgbClr>
            </a:solidFill>
          </a:ln>
        </p:spPr>
        <p:txBody>
          <a:bodyPr/>
          <a:lstStyle/>
          <a:p>
            <a:endParaRPr lang="en-US"/>
          </a:p>
        </p:txBody>
      </p:sp>
      <p:sp>
        <p:nvSpPr>
          <p:cNvPr id="905" name="C906"/>
          <p:cNvSpPr/>
          <p:nvPr/>
        </p:nvSpPr>
        <p:spPr>
          <a:xfrm>
            <a:off x="11963400" y="6019800"/>
            <a:ext cx="0" cy="685800"/>
          </a:xfrm>
          <a:prstGeom prst="line">
            <a:avLst/>
          </a:prstGeom>
          <a:ln w="6350">
            <a:solidFill>
              <a:srgbClr val="C9A84C">
                <a:alpha val="30000"/>
              </a:srgbClr>
            </a:solidFill>
          </a:ln>
        </p:spPr>
        <p:txBody>
          <a:bodyPr/>
          <a:lstStyle/>
          <a:p>
            <a:endParaRPr lang="en-US"/>
          </a:p>
        </p:txBody>
      </p:sp>
      <p:sp>
        <p:nvSpPr>
          <p:cNvPr id="906" name="C907"/>
          <p:cNvSpPr/>
          <p:nvPr/>
        </p:nvSpPr>
        <p:spPr>
          <a:xfrm>
            <a:off x="11612880" y="6324600"/>
            <a:ext cx="91440" cy="0"/>
          </a:xfrm>
          <a:prstGeom prst="line">
            <a:avLst/>
          </a:prstGeom>
          <a:ln w="6350">
            <a:solidFill>
              <a:srgbClr val="C9A84C">
                <a:alpha val="30000"/>
              </a:srgbClr>
            </a:solidFill>
          </a:ln>
        </p:spPr>
        <p:txBody>
          <a:bodyPr/>
          <a:lstStyle/>
          <a:p>
            <a:endParaRPr lang="en-US"/>
          </a:p>
        </p:txBody>
      </p:sp>
      <p:sp>
        <p:nvSpPr>
          <p:cNvPr id="907" name="C908"/>
          <p:cNvSpPr/>
          <p:nvPr/>
        </p:nvSpPr>
        <p:spPr>
          <a:xfrm>
            <a:off x="11658600" y="6278880"/>
            <a:ext cx="0" cy="9144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4123267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19"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0xB35F 0C92 E7D4 186A 4FB3 A2C8 5E71 0D69 6A04 F8D3 1B95 C2E7</a:t>
            </a:r>
          </a:p>
        </p:txBody>
      </p:sp>
      <p:sp>
        <p:nvSpPr>
          <p:cNvPr id="118"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100" name="Feature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Feature Grid</a:t>
            </a:r>
          </a:p>
        </p:txBody>
      </p:sp>
      <p:sp>
        <p:nvSpPr>
          <p:cNvPr id="101" name="FeatureDivider"/>
          <p:cNvSpPr/>
          <p:nvPr/>
        </p:nvSpPr>
        <p:spPr>
          <a:xfrm>
            <a:off x="609600" y="1028700"/>
            <a:ext cx="1143000" cy="0"/>
          </a:xfrm>
          <a:prstGeom prst="line">
            <a:avLst/>
          </a:prstGeom>
          <a:ln w="12700">
            <a:solidFill>
              <a:srgbClr val="FFD700"/>
            </a:solidFill>
          </a:ln>
        </p:spPr>
        <p:txBody>
          <a:bodyPr/>
          <a:lstStyle/>
          <a:p>
            <a:endParaRPr lang="en-US"/>
          </a:p>
        </p:txBody>
      </p:sp>
      <p:sp>
        <p:nvSpPr>
          <p:cNvPr id="102" name="FeatCard0"/>
          <p:cNvSpPr/>
          <p:nvPr/>
        </p:nvSpPr>
        <p:spPr>
          <a:xfrm>
            <a:off x="609600" y="1295400"/>
            <a:ext cx="5257800" cy="2514600"/>
          </a:xfrm>
          <a:prstGeom prst="rect">
            <a:avLst/>
          </a:prstGeom>
          <a:solidFill>
            <a:srgbClr val="0A0A0A"/>
          </a:solidFill>
          <a:ln w="6350">
            <a:solidFill>
              <a:srgbClr val="FFD700">
                <a:alpha val="8000"/>
              </a:srgbClr>
            </a:solidFill>
          </a:ln>
        </p:spPr>
        <p:txBody>
          <a:bodyPr/>
          <a:lstStyle/>
          <a:p>
            <a:endParaRPr lang="en-US"/>
          </a:p>
        </p:txBody>
      </p:sp>
      <p:sp>
        <p:nvSpPr>
          <p:cNvPr id="103" name="FeatTitle0"/>
          <p:cNvSpPr txBox="1"/>
          <p:nvPr/>
        </p:nvSpPr>
        <p:spPr>
          <a:xfrm>
            <a:off x="1371600" y="1600200"/>
            <a:ext cx="4267200" cy="381000"/>
          </a:xfrm>
          <a:prstGeom prst="rect">
            <a:avLst/>
          </a:prstGeom>
          <a:noFill/>
          <a:ln>
            <a:noFill/>
          </a:ln>
        </p:spPr>
        <p:txBody>
          <a:bodyPr anchor="ctr"/>
          <a:lstStyle/>
          <a:p>
            <a:pPr algn="l">
              <a:buNone/>
            </a:pPr>
            <a:r>
              <a:rPr lang="en-US" sz="1400" spc="400" dirty="0">
                <a:solidFill>
                  <a:srgbClr val="FFD700"/>
                </a:solidFill>
                <a:latin typeface="Georgia"/>
              </a:rPr>
              <a:t>SECURITY</a:t>
            </a:r>
          </a:p>
        </p:txBody>
      </p:sp>
      <p:sp>
        <p:nvSpPr>
          <p:cNvPr id="104" name="FeatDesc0"/>
          <p:cNvSpPr txBox="1"/>
          <p:nvPr/>
        </p:nvSpPr>
        <p:spPr>
          <a:xfrm>
            <a:off x="1371600" y="2057400"/>
            <a:ext cx="4267200" cy="914400"/>
          </a:xfrm>
          <a:prstGeom prst="rect">
            <a:avLst/>
          </a:prstGeom>
          <a:noFill/>
          <a:ln>
            <a:noFill/>
          </a:ln>
        </p:spPr>
        <p:txBody>
          <a:bodyPr anchor="t"/>
          <a:lstStyle/>
          <a:p>
            <a:pPr algn="l">
              <a:buNone/>
            </a:pPr>
            <a:r>
              <a:rPr lang="en-US" sz="1600" dirty="0">
                <a:solidFill>
                  <a:srgbClr val="8A857D"/>
                </a:solidFill>
                <a:latin typeface="Georgia"/>
              </a:rPr>
              <a:t>Cryptographic proof secures every transaction on the network</a:t>
            </a:r>
          </a:p>
        </p:txBody>
      </p:sp>
      <p:sp>
        <p:nvSpPr>
          <p:cNvPr id="105" name="FeatCard1"/>
          <p:cNvSpPr/>
          <p:nvPr/>
        </p:nvSpPr>
        <p:spPr>
          <a:xfrm>
            <a:off x="6096000" y="1295400"/>
            <a:ext cx="5257800" cy="2514600"/>
          </a:xfrm>
          <a:prstGeom prst="rect">
            <a:avLst/>
          </a:prstGeom>
          <a:solidFill>
            <a:srgbClr val="0A0A0A"/>
          </a:solidFill>
          <a:ln w="6350">
            <a:solidFill>
              <a:srgbClr val="FFD700">
                <a:alpha val="8000"/>
              </a:srgbClr>
            </a:solidFill>
          </a:ln>
        </p:spPr>
        <p:txBody>
          <a:bodyPr/>
          <a:lstStyle/>
          <a:p>
            <a:endParaRPr lang="en-US"/>
          </a:p>
        </p:txBody>
      </p:sp>
      <p:sp>
        <p:nvSpPr>
          <p:cNvPr id="106" name="FeatTitle1"/>
          <p:cNvSpPr txBox="1"/>
          <p:nvPr/>
        </p:nvSpPr>
        <p:spPr>
          <a:xfrm>
            <a:off x="6858000" y="1600200"/>
            <a:ext cx="4267200" cy="381000"/>
          </a:xfrm>
          <a:prstGeom prst="rect">
            <a:avLst/>
          </a:prstGeom>
          <a:noFill/>
          <a:ln>
            <a:noFill/>
          </a:ln>
        </p:spPr>
        <p:txBody>
          <a:bodyPr anchor="ctr"/>
          <a:lstStyle/>
          <a:p>
            <a:pPr algn="l">
              <a:buNone/>
            </a:pPr>
            <a:r>
              <a:rPr lang="en-US" sz="1400" spc="400" dirty="0">
                <a:solidFill>
                  <a:srgbClr val="FFD700"/>
                </a:solidFill>
                <a:latin typeface="Georgia"/>
              </a:rPr>
              <a:t>SPEED</a:t>
            </a:r>
          </a:p>
        </p:txBody>
      </p:sp>
      <p:sp>
        <p:nvSpPr>
          <p:cNvPr id="107" name="FeatDesc1"/>
          <p:cNvSpPr txBox="1"/>
          <p:nvPr/>
        </p:nvSpPr>
        <p:spPr>
          <a:xfrm>
            <a:off x="6858000" y="2057400"/>
            <a:ext cx="4267200" cy="914400"/>
          </a:xfrm>
          <a:prstGeom prst="rect">
            <a:avLst/>
          </a:prstGeom>
          <a:noFill/>
          <a:ln>
            <a:noFill/>
          </a:ln>
        </p:spPr>
        <p:txBody>
          <a:bodyPr anchor="t"/>
          <a:lstStyle/>
          <a:p>
            <a:pPr algn="l">
              <a:buNone/>
            </a:pPr>
            <a:r>
              <a:rPr lang="en-US" sz="1600" dirty="0">
                <a:solidFill>
                  <a:srgbClr val="8A857D"/>
                </a:solidFill>
                <a:latin typeface="Georgia"/>
              </a:rPr>
              <a:t>Lightning-fast transactions with second-layer solutions</a:t>
            </a:r>
          </a:p>
        </p:txBody>
      </p:sp>
      <p:sp>
        <p:nvSpPr>
          <p:cNvPr id="108" name="FeatCard2"/>
          <p:cNvSpPr/>
          <p:nvPr/>
        </p:nvSpPr>
        <p:spPr>
          <a:xfrm>
            <a:off x="609600" y="4038600"/>
            <a:ext cx="5257800" cy="2514600"/>
          </a:xfrm>
          <a:prstGeom prst="rect">
            <a:avLst/>
          </a:prstGeom>
          <a:solidFill>
            <a:srgbClr val="0A0A0A"/>
          </a:solidFill>
          <a:ln w="6350">
            <a:solidFill>
              <a:srgbClr val="FFD700">
                <a:alpha val="8000"/>
              </a:srgbClr>
            </a:solidFill>
          </a:ln>
        </p:spPr>
        <p:txBody>
          <a:bodyPr/>
          <a:lstStyle/>
          <a:p>
            <a:endParaRPr lang="en-US"/>
          </a:p>
        </p:txBody>
      </p:sp>
      <p:sp>
        <p:nvSpPr>
          <p:cNvPr id="109" name="FeatTitle2"/>
          <p:cNvSpPr txBox="1"/>
          <p:nvPr/>
        </p:nvSpPr>
        <p:spPr>
          <a:xfrm>
            <a:off x="1371600" y="4343400"/>
            <a:ext cx="4267200" cy="381000"/>
          </a:xfrm>
          <a:prstGeom prst="rect">
            <a:avLst/>
          </a:prstGeom>
          <a:noFill/>
          <a:ln>
            <a:noFill/>
          </a:ln>
        </p:spPr>
        <p:txBody>
          <a:bodyPr anchor="ctr"/>
          <a:lstStyle/>
          <a:p>
            <a:pPr algn="l">
              <a:buNone/>
            </a:pPr>
            <a:r>
              <a:rPr lang="en-US" sz="1400" spc="400" dirty="0">
                <a:solidFill>
                  <a:srgbClr val="FFD700"/>
                </a:solidFill>
                <a:latin typeface="Georgia"/>
              </a:rPr>
              <a:t>GLOBAL</a:t>
            </a:r>
          </a:p>
        </p:txBody>
      </p:sp>
      <p:sp>
        <p:nvSpPr>
          <p:cNvPr id="110" name="FeatDesc2"/>
          <p:cNvSpPr txBox="1"/>
          <p:nvPr/>
        </p:nvSpPr>
        <p:spPr>
          <a:xfrm>
            <a:off x="1371600" y="4800600"/>
            <a:ext cx="4267200" cy="914400"/>
          </a:xfrm>
          <a:prstGeom prst="rect">
            <a:avLst/>
          </a:prstGeom>
          <a:noFill/>
          <a:ln>
            <a:noFill/>
          </a:ln>
        </p:spPr>
        <p:txBody>
          <a:bodyPr anchor="t"/>
          <a:lstStyle/>
          <a:p>
            <a:pPr algn="l">
              <a:buNone/>
            </a:pPr>
            <a:r>
              <a:rPr lang="en-US" sz="1600" dirty="0">
                <a:solidFill>
                  <a:srgbClr val="8A857D"/>
                </a:solidFill>
                <a:latin typeface="Georgia"/>
              </a:rPr>
              <a:t>Borderless, permissionless access for anyone, anywhere</a:t>
            </a:r>
          </a:p>
        </p:txBody>
      </p:sp>
      <p:sp>
        <p:nvSpPr>
          <p:cNvPr id="111" name="FeatCard3"/>
          <p:cNvSpPr/>
          <p:nvPr/>
        </p:nvSpPr>
        <p:spPr>
          <a:xfrm>
            <a:off x="6096000" y="4038600"/>
            <a:ext cx="5257800" cy="2514600"/>
          </a:xfrm>
          <a:prstGeom prst="rect">
            <a:avLst/>
          </a:prstGeom>
          <a:solidFill>
            <a:srgbClr val="0A0A0A"/>
          </a:solidFill>
          <a:ln w="6350">
            <a:solidFill>
              <a:srgbClr val="FFD700">
                <a:alpha val="8000"/>
              </a:srgbClr>
            </a:solidFill>
          </a:ln>
        </p:spPr>
        <p:txBody>
          <a:bodyPr/>
          <a:lstStyle/>
          <a:p>
            <a:endParaRPr lang="en-US"/>
          </a:p>
        </p:txBody>
      </p:sp>
      <p:sp>
        <p:nvSpPr>
          <p:cNvPr id="112" name="FeatTitle3"/>
          <p:cNvSpPr txBox="1"/>
          <p:nvPr/>
        </p:nvSpPr>
        <p:spPr>
          <a:xfrm>
            <a:off x="6858000" y="4343400"/>
            <a:ext cx="4267200" cy="381000"/>
          </a:xfrm>
          <a:prstGeom prst="rect">
            <a:avLst/>
          </a:prstGeom>
          <a:noFill/>
          <a:ln>
            <a:noFill/>
          </a:ln>
        </p:spPr>
        <p:txBody>
          <a:bodyPr anchor="ctr"/>
          <a:lstStyle/>
          <a:p>
            <a:pPr algn="l">
              <a:buNone/>
            </a:pPr>
            <a:r>
              <a:rPr lang="en-US" sz="1400" spc="400" dirty="0">
                <a:solidFill>
                  <a:srgbClr val="FFD700"/>
                </a:solidFill>
                <a:latin typeface="Georgia"/>
              </a:rPr>
              <a:t>PRIVACY</a:t>
            </a:r>
          </a:p>
        </p:txBody>
      </p:sp>
      <p:sp>
        <p:nvSpPr>
          <p:cNvPr id="113" name="FeatDesc3"/>
          <p:cNvSpPr txBox="1"/>
          <p:nvPr/>
        </p:nvSpPr>
        <p:spPr>
          <a:xfrm>
            <a:off x="6858000" y="4800600"/>
            <a:ext cx="4267200" cy="914400"/>
          </a:xfrm>
          <a:prstGeom prst="rect">
            <a:avLst/>
          </a:prstGeom>
          <a:noFill/>
          <a:ln>
            <a:noFill/>
          </a:ln>
        </p:spPr>
        <p:txBody>
          <a:bodyPr anchor="t"/>
          <a:lstStyle/>
          <a:p>
            <a:pPr algn="l">
              <a:buNone/>
            </a:pPr>
            <a:r>
              <a:rPr lang="en-US" sz="1600" dirty="0">
                <a:solidFill>
                  <a:srgbClr val="8A857D"/>
                </a:solidFill>
                <a:latin typeface="Georgia"/>
              </a:rPr>
              <a:t>Self-sovereign ownership with full control of your keys</a:t>
            </a:r>
          </a:p>
        </p:txBody>
      </p:sp>
      <p:pic>
        <p:nvPicPr>
          <p:cNvPr id="114" name="Graphic 114" descr="Security shield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6600" y="1524000"/>
            <a:ext cx="457200" cy="457200"/>
          </a:xfrm>
          <a:prstGeom prst="rect">
            <a:avLst/>
          </a:prstGeom>
        </p:spPr>
      </p:pic>
      <p:pic>
        <p:nvPicPr>
          <p:cNvPr id="115" name="Graphic 115" descr="Lightning bolt speed ico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3000" y="1524000"/>
            <a:ext cx="457200" cy="457200"/>
          </a:xfrm>
          <a:prstGeom prst="rect">
            <a:avLst/>
          </a:prstGeom>
        </p:spPr>
      </p:pic>
      <p:pic>
        <p:nvPicPr>
          <p:cNvPr id="116" name="Graphic 116" descr="Globe global access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6600" y="4292600"/>
            <a:ext cx="457200" cy="457200"/>
          </a:xfrm>
          <a:prstGeom prst="rect">
            <a:avLst/>
          </a:prstGeom>
        </p:spPr>
      </p:pic>
      <p:pic>
        <p:nvPicPr>
          <p:cNvPr id="117" name="Graphic 117" descr="Lock privacy icon"/>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23000" y="4292600"/>
            <a:ext cx="457200" cy="457200"/>
          </a:xfrm>
          <a:prstGeom prst="rect">
            <a:avLst/>
          </a:prstGeom>
        </p:spPr>
      </p:pic>
      <p:sp>
        <p:nvSpPr>
          <p:cNvPr id="900" name="C901"/>
          <p:cNvSpPr/>
          <p:nvPr/>
        </p:nvSpPr>
        <p:spPr>
          <a:xfrm>
            <a:off x="152400" y="152400"/>
            <a:ext cx="6096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152400"/>
            <a:ext cx="0" cy="609600"/>
          </a:xfrm>
          <a:prstGeom prst="line">
            <a:avLst/>
          </a:prstGeom>
          <a:ln w="6350">
            <a:solidFill>
              <a:srgbClr val="C9A84C">
                <a:alpha val="30000"/>
              </a:srgbClr>
            </a:solidFill>
          </a:ln>
        </p:spPr>
        <p:txBody>
          <a:bodyPr/>
          <a:lstStyle/>
          <a:p>
            <a:endParaRPr lang="en-US"/>
          </a:p>
        </p:txBody>
      </p:sp>
      <p:sp>
        <p:nvSpPr>
          <p:cNvPr id="902" name="C903"/>
          <p:cNvSpPr/>
          <p:nvPr/>
        </p:nvSpPr>
        <p:spPr>
          <a:xfrm>
            <a:off x="304800" y="304800"/>
            <a:ext cx="457200" cy="0"/>
          </a:xfrm>
          <a:prstGeom prst="line">
            <a:avLst/>
          </a:prstGeom>
          <a:ln w="6350">
            <a:solidFill>
              <a:srgbClr val="C9A84C">
                <a:alpha val="30000"/>
              </a:srgbClr>
            </a:solidFill>
          </a:ln>
        </p:spPr>
        <p:txBody>
          <a:bodyPr/>
          <a:lstStyle/>
          <a:p>
            <a:endParaRPr lang="en-US"/>
          </a:p>
        </p:txBody>
      </p:sp>
      <p:sp>
        <p:nvSpPr>
          <p:cNvPr id="903" name="C904"/>
          <p:cNvSpPr/>
          <p:nvPr/>
        </p:nvSpPr>
        <p:spPr>
          <a:xfrm>
            <a:off x="304800" y="304800"/>
            <a:ext cx="0" cy="457200"/>
          </a:xfrm>
          <a:prstGeom prst="line">
            <a:avLst/>
          </a:prstGeom>
          <a:ln w="6350">
            <a:solidFill>
              <a:srgbClr val="C9A84C">
                <a:alpha val="30000"/>
              </a:srgbClr>
            </a:solidFill>
          </a:ln>
        </p:spPr>
        <p:txBody>
          <a:bodyPr/>
          <a:lstStyle/>
          <a:p>
            <a:endParaRPr lang="en-US"/>
          </a:p>
        </p:txBody>
      </p:sp>
      <p:sp>
        <p:nvSpPr>
          <p:cNvPr id="904" name="C905"/>
          <p:cNvSpPr/>
          <p:nvPr/>
        </p:nvSpPr>
        <p:spPr>
          <a:xfrm>
            <a:off x="457200" y="457200"/>
            <a:ext cx="304800" cy="0"/>
          </a:xfrm>
          <a:prstGeom prst="line">
            <a:avLst/>
          </a:prstGeom>
          <a:ln w="6350">
            <a:solidFill>
              <a:srgbClr val="C9A84C">
                <a:alpha val="30000"/>
              </a:srgbClr>
            </a:solidFill>
          </a:ln>
        </p:spPr>
        <p:txBody>
          <a:bodyPr/>
          <a:lstStyle/>
          <a:p>
            <a:endParaRPr lang="en-US"/>
          </a:p>
        </p:txBody>
      </p:sp>
      <p:sp>
        <p:nvSpPr>
          <p:cNvPr id="905" name="C906"/>
          <p:cNvSpPr/>
          <p:nvPr/>
        </p:nvSpPr>
        <p:spPr>
          <a:xfrm>
            <a:off x="457200" y="457200"/>
            <a:ext cx="0" cy="304800"/>
          </a:xfrm>
          <a:prstGeom prst="line">
            <a:avLst/>
          </a:prstGeom>
          <a:ln w="6350">
            <a:solidFill>
              <a:srgbClr val="C9A84C">
                <a:alpha val="30000"/>
              </a:srgbClr>
            </a:solidFill>
          </a:ln>
        </p:spPr>
        <p:txBody>
          <a:bodyPr/>
          <a:lstStyle/>
          <a:p>
            <a:endParaRPr lang="en-US"/>
          </a:p>
        </p:txBody>
      </p:sp>
      <p:sp>
        <p:nvSpPr>
          <p:cNvPr id="906" name="C907"/>
          <p:cNvSpPr/>
          <p:nvPr/>
        </p:nvSpPr>
        <p:spPr>
          <a:xfrm>
            <a:off x="11430000" y="6705600"/>
            <a:ext cx="609600" cy="0"/>
          </a:xfrm>
          <a:prstGeom prst="line">
            <a:avLst/>
          </a:prstGeom>
          <a:ln w="6350">
            <a:solidFill>
              <a:srgbClr val="C9A84C">
                <a:alpha val="30000"/>
              </a:srgbClr>
            </a:solidFill>
          </a:ln>
        </p:spPr>
        <p:txBody>
          <a:bodyPr/>
          <a:lstStyle/>
          <a:p>
            <a:endParaRPr lang="en-US"/>
          </a:p>
        </p:txBody>
      </p:sp>
      <p:sp>
        <p:nvSpPr>
          <p:cNvPr id="907" name="C908"/>
          <p:cNvSpPr/>
          <p:nvPr/>
        </p:nvSpPr>
        <p:spPr>
          <a:xfrm>
            <a:off x="12039600" y="6096000"/>
            <a:ext cx="0" cy="609600"/>
          </a:xfrm>
          <a:prstGeom prst="line">
            <a:avLst/>
          </a:prstGeom>
          <a:ln w="6350">
            <a:solidFill>
              <a:srgbClr val="C9A84C">
                <a:alpha val="30000"/>
              </a:srgbClr>
            </a:solidFill>
          </a:ln>
        </p:spPr>
        <p:txBody>
          <a:bodyPr/>
          <a:lstStyle/>
          <a:p>
            <a:endParaRPr lang="en-US"/>
          </a:p>
        </p:txBody>
      </p:sp>
      <p:sp>
        <p:nvSpPr>
          <p:cNvPr id="908" name="C909"/>
          <p:cNvSpPr/>
          <p:nvPr/>
        </p:nvSpPr>
        <p:spPr>
          <a:xfrm>
            <a:off x="11430000" y="6553200"/>
            <a:ext cx="457200" cy="0"/>
          </a:xfrm>
          <a:prstGeom prst="line">
            <a:avLst/>
          </a:prstGeom>
          <a:ln w="6350">
            <a:solidFill>
              <a:srgbClr val="C9A84C">
                <a:alpha val="30000"/>
              </a:srgbClr>
            </a:solidFill>
          </a:ln>
        </p:spPr>
        <p:txBody>
          <a:bodyPr/>
          <a:lstStyle/>
          <a:p>
            <a:endParaRPr lang="en-US"/>
          </a:p>
        </p:txBody>
      </p:sp>
      <p:sp>
        <p:nvSpPr>
          <p:cNvPr id="909" name="C910"/>
          <p:cNvSpPr/>
          <p:nvPr/>
        </p:nvSpPr>
        <p:spPr>
          <a:xfrm>
            <a:off x="11887200" y="6096000"/>
            <a:ext cx="0" cy="457200"/>
          </a:xfrm>
          <a:prstGeom prst="line">
            <a:avLst/>
          </a:prstGeom>
          <a:ln w="6350">
            <a:solidFill>
              <a:srgbClr val="C9A84C">
                <a:alpha val="30000"/>
              </a:srgbClr>
            </a:solidFill>
          </a:ln>
        </p:spPr>
        <p:txBody>
          <a:bodyPr/>
          <a:lstStyle/>
          <a:p>
            <a:endParaRPr lang="en-US"/>
          </a:p>
        </p:txBody>
      </p:sp>
      <p:sp>
        <p:nvSpPr>
          <p:cNvPr id="910" name="C911"/>
          <p:cNvSpPr/>
          <p:nvPr/>
        </p:nvSpPr>
        <p:spPr>
          <a:xfrm>
            <a:off x="11430000" y="6400800"/>
            <a:ext cx="304800" cy="0"/>
          </a:xfrm>
          <a:prstGeom prst="line">
            <a:avLst/>
          </a:prstGeom>
          <a:ln w="6350">
            <a:solidFill>
              <a:srgbClr val="C9A84C">
                <a:alpha val="30000"/>
              </a:srgbClr>
            </a:solidFill>
          </a:ln>
        </p:spPr>
        <p:txBody>
          <a:bodyPr/>
          <a:lstStyle/>
          <a:p>
            <a:endParaRPr lang="en-US"/>
          </a:p>
        </p:txBody>
      </p:sp>
      <p:sp>
        <p:nvSpPr>
          <p:cNvPr id="911" name="C912"/>
          <p:cNvSpPr/>
          <p:nvPr/>
        </p:nvSpPr>
        <p:spPr>
          <a:xfrm>
            <a:off x="11734800" y="6096000"/>
            <a:ext cx="0" cy="30480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1505644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23"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0x83C1 5E7D 4A06 FB29 D814 3C67 A0E5 9B2F DF42 186B A9C3 5E70</a:t>
            </a:r>
          </a:p>
        </p:txBody>
      </p:sp>
      <p:sp>
        <p:nvSpPr>
          <p:cNvPr id="122"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120" name="Chart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Chart Visualization</a:t>
            </a:r>
          </a:p>
        </p:txBody>
      </p:sp>
      <p:sp>
        <p:nvSpPr>
          <p:cNvPr id="121" name="ChartDivider"/>
          <p:cNvSpPr/>
          <p:nvPr/>
        </p:nvSpPr>
        <p:spPr>
          <a:xfrm>
            <a:off x="609600" y="1028700"/>
            <a:ext cx="1143000" cy="0"/>
          </a:xfrm>
          <a:prstGeom prst="line">
            <a:avLst/>
          </a:prstGeom>
          <a:ln w="12700">
            <a:solidFill>
              <a:srgbClr val="FFD700"/>
            </a:solidFill>
          </a:ln>
        </p:spPr>
        <p:txBody>
          <a:bodyPr/>
          <a:lstStyle/>
          <a:p>
            <a:endParaRPr lang="en-US"/>
          </a:p>
        </p:txBody>
      </p:sp>
      <p:graphicFrame>
        <p:nvGraphicFramePr>
          <p:cNvPr id="201" name="Chart 1"/>
          <p:cNvGraphicFramePr/>
          <p:nvPr/>
        </p:nvGraphicFramePr>
        <p:xfrm>
          <a:off x="609600" y="1295400"/>
          <a:ext cx="10972800" cy="5029200"/>
        </p:xfrm>
        <a:graphic>
          <a:graphicData uri="http://schemas.openxmlformats.org/drawingml/2006/chart">
            <c:chart xmlns:c="http://schemas.openxmlformats.org/drawingml/2006/chart" xmlns:r="http://schemas.openxmlformats.org/officeDocument/2006/relationships" r:id="rId2"/>
          </a:graphicData>
        </a:graphic>
      </p:graphicFrame>
      <p:sp>
        <p:nvSpPr>
          <p:cNvPr id="900" name="C901"/>
          <p:cNvSpPr/>
          <p:nvPr/>
        </p:nvSpPr>
        <p:spPr>
          <a:xfrm>
            <a:off x="152400" y="152400"/>
            <a:ext cx="4572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152400"/>
            <a:ext cx="0" cy="457200"/>
          </a:xfrm>
          <a:prstGeom prst="line">
            <a:avLst/>
          </a:prstGeom>
          <a:ln w="6350">
            <a:solidFill>
              <a:srgbClr val="C9A84C">
                <a:alpha val="30000"/>
              </a:srgbClr>
            </a:solidFill>
          </a:ln>
        </p:spPr>
        <p:txBody>
          <a:bodyPr/>
          <a:lstStyle/>
          <a:p>
            <a:endParaRPr lang="en-US"/>
          </a:p>
        </p:txBody>
      </p:sp>
      <p:sp>
        <p:nvSpPr>
          <p:cNvPr id="902" name="C903"/>
          <p:cNvSpPr/>
          <p:nvPr/>
        </p:nvSpPr>
        <p:spPr>
          <a:xfrm>
            <a:off x="609600" y="152400"/>
            <a:ext cx="0" cy="76200"/>
          </a:xfrm>
          <a:prstGeom prst="line">
            <a:avLst/>
          </a:prstGeom>
          <a:ln w="6350">
            <a:solidFill>
              <a:srgbClr val="C9A84C">
                <a:alpha val="30000"/>
              </a:srgbClr>
            </a:solidFill>
          </a:ln>
        </p:spPr>
        <p:txBody>
          <a:bodyPr/>
          <a:lstStyle/>
          <a:p>
            <a:endParaRPr lang="en-US"/>
          </a:p>
        </p:txBody>
      </p:sp>
      <p:sp>
        <p:nvSpPr>
          <p:cNvPr id="903" name="C904"/>
          <p:cNvSpPr/>
          <p:nvPr/>
        </p:nvSpPr>
        <p:spPr>
          <a:xfrm>
            <a:off x="152400" y="609600"/>
            <a:ext cx="76200" cy="0"/>
          </a:xfrm>
          <a:prstGeom prst="line">
            <a:avLst/>
          </a:prstGeom>
          <a:ln w="6350">
            <a:solidFill>
              <a:srgbClr val="C9A84C">
                <a:alpha val="30000"/>
              </a:srgbClr>
            </a:solidFill>
          </a:ln>
        </p:spPr>
        <p:txBody>
          <a:bodyPr/>
          <a:lstStyle/>
          <a:p>
            <a:endParaRPr lang="en-US"/>
          </a:p>
        </p:txBody>
      </p:sp>
      <p:sp>
        <p:nvSpPr>
          <p:cNvPr id="904" name="C905"/>
          <p:cNvSpPr/>
          <p:nvPr/>
        </p:nvSpPr>
        <p:spPr>
          <a:xfrm>
            <a:off x="304800" y="304800"/>
            <a:ext cx="304800" cy="0"/>
          </a:xfrm>
          <a:prstGeom prst="line">
            <a:avLst/>
          </a:prstGeom>
          <a:ln w="6350">
            <a:solidFill>
              <a:srgbClr val="C9A84C">
                <a:alpha val="30000"/>
              </a:srgbClr>
            </a:solidFill>
          </a:ln>
        </p:spPr>
        <p:txBody>
          <a:bodyPr/>
          <a:lstStyle/>
          <a:p>
            <a:endParaRPr lang="en-US"/>
          </a:p>
        </p:txBody>
      </p:sp>
      <p:sp>
        <p:nvSpPr>
          <p:cNvPr id="905" name="C906"/>
          <p:cNvSpPr/>
          <p:nvPr/>
        </p:nvSpPr>
        <p:spPr>
          <a:xfrm>
            <a:off x="304800" y="304800"/>
            <a:ext cx="0" cy="304800"/>
          </a:xfrm>
          <a:prstGeom prst="line">
            <a:avLst/>
          </a:prstGeom>
          <a:ln w="6350">
            <a:solidFill>
              <a:srgbClr val="C9A84C">
                <a:alpha val="30000"/>
              </a:srgbClr>
            </a:solidFill>
          </a:ln>
        </p:spPr>
        <p:txBody>
          <a:bodyPr/>
          <a:lstStyle/>
          <a:p>
            <a:endParaRPr lang="en-US"/>
          </a:p>
        </p:txBody>
      </p:sp>
      <p:sp>
        <p:nvSpPr>
          <p:cNvPr id="906" name="C907"/>
          <p:cNvSpPr/>
          <p:nvPr/>
        </p:nvSpPr>
        <p:spPr>
          <a:xfrm>
            <a:off x="609600" y="304800"/>
            <a:ext cx="0" cy="76200"/>
          </a:xfrm>
          <a:prstGeom prst="line">
            <a:avLst/>
          </a:prstGeom>
          <a:ln w="6350">
            <a:solidFill>
              <a:srgbClr val="C9A84C">
                <a:alpha val="30000"/>
              </a:srgbClr>
            </a:solidFill>
          </a:ln>
        </p:spPr>
        <p:txBody>
          <a:bodyPr/>
          <a:lstStyle/>
          <a:p>
            <a:endParaRPr lang="en-US"/>
          </a:p>
        </p:txBody>
      </p:sp>
      <p:sp>
        <p:nvSpPr>
          <p:cNvPr id="907" name="C908"/>
          <p:cNvSpPr/>
          <p:nvPr/>
        </p:nvSpPr>
        <p:spPr>
          <a:xfrm>
            <a:off x="304800" y="609600"/>
            <a:ext cx="76200" cy="0"/>
          </a:xfrm>
          <a:prstGeom prst="line">
            <a:avLst/>
          </a:prstGeom>
          <a:ln w="6350">
            <a:solidFill>
              <a:srgbClr val="C9A84C">
                <a:alpha val="30000"/>
              </a:srgbClr>
            </a:solidFill>
          </a:ln>
        </p:spPr>
        <p:txBody>
          <a:bodyPr/>
          <a:lstStyle/>
          <a:p>
            <a:endParaRPr lang="en-US"/>
          </a:p>
        </p:txBody>
      </p:sp>
      <p:sp>
        <p:nvSpPr>
          <p:cNvPr id="908" name="C909"/>
          <p:cNvSpPr/>
          <p:nvPr/>
        </p:nvSpPr>
        <p:spPr>
          <a:xfrm>
            <a:off x="11582400" y="6705600"/>
            <a:ext cx="457200" cy="0"/>
          </a:xfrm>
          <a:prstGeom prst="line">
            <a:avLst/>
          </a:prstGeom>
          <a:ln w="6350">
            <a:solidFill>
              <a:srgbClr val="C9A84C">
                <a:alpha val="30000"/>
              </a:srgbClr>
            </a:solidFill>
          </a:ln>
        </p:spPr>
        <p:txBody>
          <a:bodyPr/>
          <a:lstStyle/>
          <a:p>
            <a:endParaRPr lang="en-US"/>
          </a:p>
        </p:txBody>
      </p:sp>
      <p:sp>
        <p:nvSpPr>
          <p:cNvPr id="909" name="C910"/>
          <p:cNvSpPr/>
          <p:nvPr/>
        </p:nvSpPr>
        <p:spPr>
          <a:xfrm>
            <a:off x="12039600" y="6248400"/>
            <a:ext cx="0" cy="457200"/>
          </a:xfrm>
          <a:prstGeom prst="line">
            <a:avLst/>
          </a:prstGeom>
          <a:ln w="6350">
            <a:solidFill>
              <a:srgbClr val="C9A84C">
                <a:alpha val="30000"/>
              </a:srgbClr>
            </a:solidFill>
          </a:ln>
        </p:spPr>
        <p:txBody>
          <a:bodyPr/>
          <a:lstStyle/>
          <a:p>
            <a:endParaRPr lang="en-US"/>
          </a:p>
        </p:txBody>
      </p:sp>
      <p:sp>
        <p:nvSpPr>
          <p:cNvPr id="910" name="C911"/>
          <p:cNvSpPr/>
          <p:nvPr/>
        </p:nvSpPr>
        <p:spPr>
          <a:xfrm>
            <a:off x="11582400" y="6629400"/>
            <a:ext cx="0" cy="76200"/>
          </a:xfrm>
          <a:prstGeom prst="line">
            <a:avLst/>
          </a:prstGeom>
          <a:ln w="6350">
            <a:solidFill>
              <a:srgbClr val="C9A84C">
                <a:alpha val="30000"/>
              </a:srgbClr>
            </a:solidFill>
          </a:ln>
        </p:spPr>
        <p:txBody>
          <a:bodyPr/>
          <a:lstStyle/>
          <a:p>
            <a:endParaRPr lang="en-US"/>
          </a:p>
        </p:txBody>
      </p:sp>
      <p:sp>
        <p:nvSpPr>
          <p:cNvPr id="911" name="C912"/>
          <p:cNvSpPr/>
          <p:nvPr/>
        </p:nvSpPr>
        <p:spPr>
          <a:xfrm>
            <a:off x="11963400" y="6248400"/>
            <a:ext cx="76200" cy="0"/>
          </a:xfrm>
          <a:prstGeom prst="line">
            <a:avLst/>
          </a:prstGeom>
          <a:ln w="6350">
            <a:solidFill>
              <a:srgbClr val="C9A84C">
                <a:alpha val="30000"/>
              </a:srgbClr>
            </a:solidFill>
          </a:ln>
        </p:spPr>
        <p:txBody>
          <a:bodyPr/>
          <a:lstStyle/>
          <a:p>
            <a:endParaRPr lang="en-US"/>
          </a:p>
        </p:txBody>
      </p:sp>
      <p:sp>
        <p:nvSpPr>
          <p:cNvPr id="912" name="C913"/>
          <p:cNvSpPr/>
          <p:nvPr/>
        </p:nvSpPr>
        <p:spPr>
          <a:xfrm>
            <a:off x="11582400" y="6553200"/>
            <a:ext cx="304800" cy="0"/>
          </a:xfrm>
          <a:prstGeom prst="line">
            <a:avLst/>
          </a:prstGeom>
          <a:ln w="6350">
            <a:solidFill>
              <a:srgbClr val="C9A84C">
                <a:alpha val="30000"/>
              </a:srgbClr>
            </a:solidFill>
          </a:ln>
        </p:spPr>
        <p:txBody>
          <a:bodyPr/>
          <a:lstStyle/>
          <a:p>
            <a:endParaRPr lang="en-US"/>
          </a:p>
        </p:txBody>
      </p:sp>
      <p:sp>
        <p:nvSpPr>
          <p:cNvPr id="913" name="C914"/>
          <p:cNvSpPr/>
          <p:nvPr/>
        </p:nvSpPr>
        <p:spPr>
          <a:xfrm>
            <a:off x="11887200" y="6248400"/>
            <a:ext cx="0" cy="304800"/>
          </a:xfrm>
          <a:prstGeom prst="line">
            <a:avLst/>
          </a:prstGeom>
          <a:ln w="6350">
            <a:solidFill>
              <a:srgbClr val="C9A84C">
                <a:alpha val="30000"/>
              </a:srgbClr>
            </a:solidFill>
          </a:ln>
        </p:spPr>
        <p:txBody>
          <a:bodyPr/>
          <a:lstStyle/>
          <a:p>
            <a:endParaRPr lang="en-US"/>
          </a:p>
        </p:txBody>
      </p:sp>
      <p:sp>
        <p:nvSpPr>
          <p:cNvPr id="914" name="C915"/>
          <p:cNvSpPr/>
          <p:nvPr/>
        </p:nvSpPr>
        <p:spPr>
          <a:xfrm>
            <a:off x="11582400" y="6477000"/>
            <a:ext cx="0" cy="76200"/>
          </a:xfrm>
          <a:prstGeom prst="line">
            <a:avLst/>
          </a:prstGeom>
          <a:ln w="6350">
            <a:solidFill>
              <a:srgbClr val="C9A84C">
                <a:alpha val="30000"/>
              </a:srgbClr>
            </a:solidFill>
          </a:ln>
        </p:spPr>
        <p:txBody>
          <a:bodyPr/>
          <a:lstStyle/>
          <a:p>
            <a:endParaRPr lang="en-US"/>
          </a:p>
        </p:txBody>
      </p:sp>
      <p:sp>
        <p:nvSpPr>
          <p:cNvPr id="915" name="C916"/>
          <p:cNvSpPr/>
          <p:nvPr/>
        </p:nvSpPr>
        <p:spPr>
          <a:xfrm>
            <a:off x="11811000" y="6248400"/>
            <a:ext cx="76200" cy="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54163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40"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0x15AE 7C43 D0F8 629B E4A7 381D 5B06 CF92 72D9 0B5E A183 C4F6</a:t>
            </a:r>
          </a:p>
        </p:txBody>
      </p:sp>
      <p:sp>
        <p:nvSpPr>
          <p:cNvPr id="139"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130" name="Term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Code / Terminal</a:t>
            </a:r>
          </a:p>
        </p:txBody>
      </p:sp>
      <p:sp>
        <p:nvSpPr>
          <p:cNvPr id="131" name="TermDivider"/>
          <p:cNvSpPr/>
          <p:nvPr/>
        </p:nvSpPr>
        <p:spPr>
          <a:xfrm>
            <a:off x="609600" y="1028700"/>
            <a:ext cx="1143000" cy="0"/>
          </a:xfrm>
          <a:prstGeom prst="line">
            <a:avLst/>
          </a:prstGeom>
          <a:ln w="12700">
            <a:solidFill>
              <a:srgbClr val="FFD700"/>
            </a:solidFill>
          </a:ln>
        </p:spPr>
        <p:txBody>
          <a:bodyPr/>
          <a:lstStyle/>
          <a:p>
            <a:endParaRPr lang="en-US"/>
          </a:p>
        </p:txBody>
      </p:sp>
      <p:sp>
        <p:nvSpPr>
          <p:cNvPr id="132" name="TermBg"/>
          <p:cNvSpPr/>
          <p:nvPr/>
        </p:nvSpPr>
        <p:spPr>
          <a:xfrm>
            <a:off x="609600" y="1295400"/>
            <a:ext cx="10972800" cy="4876800"/>
          </a:xfrm>
          <a:prstGeom prst="rect">
            <a:avLst/>
          </a:prstGeom>
          <a:solidFill>
            <a:srgbClr val="060606"/>
          </a:solidFill>
          <a:ln w="6350">
            <a:solidFill>
              <a:srgbClr val="FFD700">
                <a:alpha val="10000"/>
              </a:srgbClr>
            </a:solidFill>
          </a:ln>
        </p:spPr>
        <p:txBody>
          <a:bodyPr/>
          <a:lstStyle/>
          <a:p>
            <a:endParaRPr lang="en-US"/>
          </a:p>
        </p:txBody>
      </p:sp>
      <p:sp>
        <p:nvSpPr>
          <p:cNvPr id="133" name="TermTitleBar"/>
          <p:cNvSpPr/>
          <p:nvPr/>
        </p:nvSpPr>
        <p:spPr>
          <a:xfrm>
            <a:off x="609600" y="1295400"/>
            <a:ext cx="10972800" cy="365760"/>
          </a:xfrm>
          <a:prstGeom prst="rect">
            <a:avLst/>
          </a:prstGeom>
          <a:solidFill>
            <a:srgbClr val="0A0A0A"/>
          </a:solidFill>
          <a:ln>
            <a:noFill/>
          </a:ln>
        </p:spPr>
        <p:txBody>
          <a:bodyPr/>
          <a:lstStyle/>
          <a:p>
            <a:endParaRPr lang="en-US"/>
          </a:p>
        </p:txBody>
      </p:sp>
      <p:sp>
        <p:nvSpPr>
          <p:cNvPr id="134" name="Dot0"/>
          <p:cNvSpPr/>
          <p:nvPr/>
        </p:nvSpPr>
        <p:spPr>
          <a:xfrm>
            <a:off x="762000" y="1432560"/>
            <a:ext cx="91440" cy="91440"/>
          </a:xfrm>
          <a:prstGeom prst="ellipse">
            <a:avLst/>
          </a:prstGeom>
          <a:noFill/>
          <a:ln w="9525">
            <a:solidFill>
              <a:srgbClr val="F87171">
                <a:alpha val="50000"/>
              </a:srgbClr>
            </a:solidFill>
          </a:ln>
        </p:spPr>
        <p:txBody>
          <a:bodyPr/>
          <a:lstStyle/>
          <a:p>
            <a:endParaRPr lang="en-US"/>
          </a:p>
        </p:txBody>
      </p:sp>
      <p:sp>
        <p:nvSpPr>
          <p:cNvPr id="135" name="Dot1"/>
          <p:cNvSpPr/>
          <p:nvPr/>
        </p:nvSpPr>
        <p:spPr>
          <a:xfrm>
            <a:off x="914400" y="1432560"/>
            <a:ext cx="91440" cy="91440"/>
          </a:xfrm>
          <a:prstGeom prst="ellipse">
            <a:avLst/>
          </a:prstGeom>
          <a:noFill/>
          <a:ln w="9525">
            <a:solidFill>
              <a:srgbClr val="FACC15">
                <a:alpha val="50000"/>
              </a:srgbClr>
            </a:solidFill>
          </a:ln>
        </p:spPr>
        <p:txBody>
          <a:bodyPr/>
          <a:lstStyle/>
          <a:p>
            <a:endParaRPr lang="en-US"/>
          </a:p>
        </p:txBody>
      </p:sp>
      <p:sp>
        <p:nvSpPr>
          <p:cNvPr id="136" name="Dot2"/>
          <p:cNvSpPr/>
          <p:nvPr/>
        </p:nvSpPr>
        <p:spPr>
          <a:xfrm>
            <a:off x="1066800" y="1432560"/>
            <a:ext cx="91440" cy="91440"/>
          </a:xfrm>
          <a:prstGeom prst="ellipse">
            <a:avLst/>
          </a:prstGeom>
          <a:noFill/>
          <a:ln w="9525">
            <a:solidFill>
              <a:srgbClr val="4ADE80">
                <a:alpha val="50000"/>
              </a:srgbClr>
            </a:solidFill>
          </a:ln>
        </p:spPr>
        <p:txBody>
          <a:bodyPr/>
          <a:lstStyle/>
          <a:p>
            <a:endParaRPr lang="en-US"/>
          </a:p>
        </p:txBody>
      </p:sp>
      <p:sp>
        <p:nvSpPr>
          <p:cNvPr id="137" name="TermLabel"/>
          <p:cNvSpPr txBox="1"/>
          <p:nvPr/>
        </p:nvSpPr>
        <p:spPr>
          <a:xfrm>
            <a:off x="8229600" y="1295400"/>
            <a:ext cx="3200400" cy="365760"/>
          </a:xfrm>
          <a:prstGeom prst="rect">
            <a:avLst/>
          </a:prstGeom>
          <a:noFill/>
          <a:ln>
            <a:noFill/>
          </a:ln>
        </p:spPr>
        <p:txBody>
          <a:bodyPr anchor="ctr"/>
          <a:lstStyle/>
          <a:p>
            <a:pPr algn="r">
              <a:buNone/>
            </a:pPr>
            <a:r>
              <a:rPr lang="en-US" sz="1000" spc="300" dirty="0">
                <a:solidFill>
                  <a:srgbClr val="5A5650"/>
                </a:solidFill>
                <a:latin typeface="Consolas"/>
              </a:rPr>
              <a:t>BITCOIN-CLI</a:t>
            </a:r>
          </a:p>
        </p:txBody>
      </p:sp>
      <p:sp>
        <p:nvSpPr>
          <p:cNvPr id="138" name="TermCode"/>
          <p:cNvSpPr txBox="1"/>
          <p:nvPr/>
        </p:nvSpPr>
        <p:spPr>
          <a:xfrm>
            <a:off x="838200" y="1828800"/>
            <a:ext cx="10515600" cy="4114800"/>
          </a:xfrm>
          <a:prstGeom prst="rect">
            <a:avLst/>
          </a:prstGeom>
          <a:noFill/>
          <a:ln>
            <a:noFill/>
          </a:ln>
        </p:spPr>
        <p:txBody>
          <a:bodyPr anchor="t"/>
          <a:lstStyle/>
          <a:p>
            <a:pPr algn="l">
              <a:lnSpc>
                <a:spcPts val="2800"/>
              </a:lnSpc>
              <a:buNone/>
            </a:pPr>
            <a:r>
              <a:rPr lang="en-US" sz="1400" dirty="0">
                <a:solidFill>
                  <a:srgbClr val="FFD700"/>
                </a:solidFill>
                <a:latin typeface="Consolas"/>
              </a:rPr>
              <a:t>$ </a:t>
            </a:r>
            <a:r>
              <a:rPr lang="en-US" sz="1400" dirty="0">
                <a:solidFill>
                  <a:srgbClr val="E8E4DC"/>
                </a:solidFill>
                <a:latin typeface="Consolas"/>
              </a:rPr>
              <a:t>bitcoin-cli getblockchaininfo</a:t>
            </a:r>
          </a:p>
          <a:p>
            <a:pPr algn="l">
              <a:lnSpc>
                <a:spcPts val="2800"/>
              </a:lnSpc>
              <a:buNone/>
            </a:pPr>
            <a:r>
              <a:rPr lang="en-US" sz="1400" dirty="0">
                <a:solidFill>
                  <a:srgbClr val="8A857D"/>
                </a:solidFill>
                <a:latin typeface="Consolas"/>
              </a:rPr>
              <a:t>{</a:t>
            </a:r>
          </a:p>
          <a:p>
            <a:pPr algn="l">
              <a:lnSpc>
                <a:spcPts val="2800"/>
              </a:lnSpc>
              <a:buNone/>
            </a:pPr>
            <a:r>
              <a:rPr lang="en-US" sz="1400" dirty="0">
                <a:solidFill>
                  <a:srgbClr val="8A857D"/>
                </a:solidFill>
                <a:latin typeface="Consolas"/>
              </a:rPr>
              <a:t>  </a:t>
            </a:r>
            <a:r>
              <a:rPr lang="en-US" sz="1400" dirty="0">
                <a:solidFill>
                  <a:srgbClr val="A8C8F0"/>
                </a:solidFill>
                <a:latin typeface="Consolas"/>
              </a:rPr>
              <a:t>"chain"</a:t>
            </a:r>
            <a:r>
              <a:rPr lang="en-US" sz="1400" dirty="0">
                <a:solidFill>
                  <a:srgbClr val="8A857D"/>
                </a:solidFill>
                <a:latin typeface="Consolas"/>
              </a:rPr>
              <a:t>: </a:t>
            </a:r>
            <a:r>
              <a:rPr lang="en-US" sz="1400" dirty="0">
                <a:solidFill>
                  <a:srgbClr val="A8D8A8"/>
                </a:solidFill>
                <a:latin typeface="Consolas"/>
              </a:rPr>
              <a:t>"main"</a:t>
            </a:r>
            <a:r>
              <a:rPr lang="en-US" sz="1400" dirty="0">
                <a:solidFill>
                  <a:srgbClr val="8A857D"/>
                </a:solidFill>
                <a:latin typeface="Consolas"/>
              </a:rPr>
              <a:t>,</a:t>
            </a:r>
          </a:p>
          <a:p>
            <a:pPr algn="l">
              <a:lnSpc>
                <a:spcPts val="2800"/>
              </a:lnSpc>
              <a:buNone/>
            </a:pPr>
            <a:r>
              <a:rPr lang="en-US" sz="1400" dirty="0">
                <a:solidFill>
                  <a:srgbClr val="8A857D"/>
                </a:solidFill>
                <a:latin typeface="Consolas"/>
              </a:rPr>
              <a:t>  </a:t>
            </a:r>
            <a:r>
              <a:rPr lang="en-US" sz="1400" dirty="0">
                <a:solidFill>
                  <a:srgbClr val="A8C8F0"/>
                </a:solidFill>
                <a:latin typeface="Consolas"/>
              </a:rPr>
              <a:t>"blocks"</a:t>
            </a:r>
            <a:r>
              <a:rPr lang="en-US" sz="1400" dirty="0">
                <a:solidFill>
                  <a:srgbClr val="8A857D"/>
                </a:solidFill>
                <a:latin typeface="Consolas"/>
              </a:rPr>
              <a:t>: </a:t>
            </a:r>
            <a:r>
              <a:rPr lang="en-US" sz="1400" dirty="0">
                <a:solidFill>
                  <a:srgbClr val="F0A8A8"/>
                </a:solidFill>
                <a:latin typeface="Consolas"/>
              </a:rPr>
              <a:t>881247</a:t>
            </a:r>
            <a:r>
              <a:rPr lang="en-US" sz="1400" dirty="0">
                <a:solidFill>
                  <a:srgbClr val="8A857D"/>
                </a:solidFill>
                <a:latin typeface="Consolas"/>
              </a:rPr>
              <a:t>,</a:t>
            </a:r>
          </a:p>
          <a:p>
            <a:pPr algn="l">
              <a:lnSpc>
                <a:spcPts val="2800"/>
              </a:lnSpc>
              <a:buNone/>
            </a:pPr>
            <a:r>
              <a:rPr lang="en-US" sz="1400" dirty="0">
                <a:solidFill>
                  <a:srgbClr val="8A857D"/>
                </a:solidFill>
                <a:latin typeface="Consolas"/>
              </a:rPr>
              <a:t>  </a:t>
            </a:r>
            <a:r>
              <a:rPr lang="en-US" sz="1400" dirty="0">
                <a:solidFill>
                  <a:srgbClr val="A8C8F0"/>
                </a:solidFill>
                <a:latin typeface="Consolas"/>
              </a:rPr>
              <a:t>"difficulty"</a:t>
            </a:r>
            <a:r>
              <a:rPr lang="en-US" sz="1400" dirty="0">
                <a:solidFill>
                  <a:srgbClr val="8A857D"/>
                </a:solidFill>
                <a:latin typeface="Consolas"/>
              </a:rPr>
              <a:t>: </a:t>
            </a:r>
            <a:r>
              <a:rPr lang="en-US" sz="1400" dirty="0">
                <a:solidFill>
                  <a:srgbClr val="F0A8A8"/>
                </a:solidFill>
                <a:latin typeface="Consolas"/>
              </a:rPr>
              <a:t>85.63e12</a:t>
            </a:r>
          </a:p>
          <a:p>
            <a:pPr algn="l">
              <a:lnSpc>
                <a:spcPts val="2800"/>
              </a:lnSpc>
              <a:buNone/>
            </a:pPr>
            <a:r>
              <a:rPr lang="en-US" sz="1400" dirty="0">
                <a:solidFill>
                  <a:srgbClr val="8A857D"/>
                </a:solidFill>
                <a:latin typeface="Consolas"/>
              </a:rPr>
              <a:t>}</a:t>
            </a:r>
          </a:p>
          <a:p>
            <a:pPr algn="l">
              <a:lnSpc>
                <a:spcPts val="2800"/>
              </a:lnSpc>
              <a:buNone/>
            </a:pPr>
            <a:r>
              <a:rPr lang="en-US" sz="1400" dirty="0">
                <a:solidFill>
                  <a:srgbClr val="FFD700"/>
                </a:solidFill>
                <a:latin typeface="Consolas"/>
              </a:rPr>
              <a:t>$ █ hello there</a:t>
            </a:r>
          </a:p>
        </p:txBody>
      </p:sp>
      <p:sp>
        <p:nvSpPr>
          <p:cNvPr id="900" name="C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D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D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1677721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40" name="ClosingLineTop"/>
          <p:cNvSpPr/>
          <p:nvPr/>
        </p:nvSpPr>
        <p:spPr>
          <a:xfrm>
            <a:off x="5181600" y="1828800"/>
            <a:ext cx="1828800" cy="0"/>
          </a:xfrm>
          <a:prstGeom prst="line">
            <a:avLst/>
          </a:prstGeom>
          <a:ln w="9525">
            <a:solidFill>
              <a:srgbClr val="C9A84C"/>
            </a:solidFill>
          </a:ln>
        </p:spPr>
        <p:txBody>
          <a:bodyPr/>
          <a:lstStyle/>
          <a:p>
            <a:endParaRPr lang="en-US"/>
          </a:p>
        </p:txBody>
      </p:sp>
      <p:sp>
        <p:nvSpPr>
          <p:cNvPr id="141" name="ClosingHead"/>
          <p:cNvSpPr txBox="1"/>
          <p:nvPr/>
        </p:nvSpPr>
        <p:spPr>
          <a:xfrm>
            <a:off x="1371600" y="2057400"/>
            <a:ext cx="9448800" cy="914400"/>
          </a:xfrm>
          <a:prstGeom prst="rect">
            <a:avLst/>
          </a:prstGeom>
          <a:noFill/>
          <a:ln>
            <a:noFill/>
          </a:ln>
        </p:spPr>
        <p:txBody>
          <a:bodyPr anchor="ctr"/>
          <a:lstStyle/>
          <a:p>
            <a:pPr algn="ctr">
              <a:buNone/>
            </a:pPr>
            <a:r>
              <a:rPr lang="en-US" sz="4000" spc="100" dirty="0">
                <a:solidFill>
                  <a:srgbClr val="E8E4DC"/>
                </a:solidFill>
                <a:latin typeface="Georgia"/>
              </a:rPr>
              <a:t>Thank You</a:t>
            </a:r>
          </a:p>
        </p:txBody>
      </p:sp>
      <p:sp>
        <p:nvSpPr>
          <p:cNvPr id="142" name="ClosingSub"/>
          <p:cNvSpPr txBox="1"/>
          <p:nvPr/>
        </p:nvSpPr>
        <p:spPr>
          <a:xfrm>
            <a:off x="1371600" y="3048000"/>
            <a:ext cx="9448800" cy="457200"/>
          </a:xfrm>
          <a:prstGeom prst="rect">
            <a:avLst/>
          </a:prstGeom>
          <a:noFill/>
          <a:ln>
            <a:noFill/>
          </a:ln>
        </p:spPr>
        <p:txBody>
          <a:bodyPr anchor="t"/>
          <a:lstStyle/>
          <a:p>
            <a:pPr algn="ctr">
              <a:buNone/>
            </a:pPr>
            <a:r>
              <a:rPr lang="en-US" sz="1800" dirty="0">
                <a:solidFill>
                  <a:srgbClr val="8A857D"/>
                </a:solidFill>
                <a:latin typeface="Georgia"/>
              </a:rPr>
              <a:t>Questions, feedback, or collaboration inquiries</a:t>
            </a:r>
          </a:p>
        </p:txBody>
      </p:sp>
      <p:sp>
        <p:nvSpPr>
          <p:cNvPr id="143" name="CTAButton"/>
          <p:cNvSpPr/>
          <p:nvPr/>
        </p:nvSpPr>
        <p:spPr>
          <a:xfrm>
            <a:off x="4572000" y="3733800"/>
            <a:ext cx="3048000" cy="457200"/>
          </a:xfrm>
          <a:prstGeom prst="rect">
            <a:avLst/>
          </a:prstGeom>
          <a:solidFill>
            <a:srgbClr val="FFD700"/>
          </a:solidFill>
          <a:ln>
            <a:noFill/>
          </a:ln>
        </p:spPr>
        <p:txBody>
          <a:bodyPr lIns="0" tIns="0" rIns="0" bIns="0" anchor="ctr" anchorCtr="1"/>
          <a:lstStyle/>
          <a:p>
            <a:pPr algn="ctr">
              <a:buNone/>
            </a:pPr>
            <a:r>
              <a:rPr lang="en-US" sz="1400" b="1" spc="400" dirty="0">
                <a:solidFill>
                  <a:srgbClr val="000000"/>
                </a:solidFill>
                <a:latin typeface="Georgia"/>
              </a:rPr>
              <a:t>GET IN TOUCH</a:t>
            </a:r>
          </a:p>
        </p:txBody>
      </p:sp>
      <p:sp>
        <p:nvSpPr>
          <p:cNvPr id="144" name="ClosingLineBot"/>
          <p:cNvSpPr/>
          <p:nvPr/>
        </p:nvSpPr>
        <p:spPr>
          <a:xfrm>
            <a:off x="5181600" y="4572000"/>
            <a:ext cx="1828800" cy="0"/>
          </a:xfrm>
          <a:prstGeom prst="line">
            <a:avLst/>
          </a:prstGeom>
          <a:ln w="9525">
            <a:solidFill>
              <a:srgbClr val="C9A84C"/>
            </a:solidFill>
          </a:ln>
        </p:spPr>
        <p:txBody>
          <a:bodyPr/>
          <a:lstStyle/>
          <a:p>
            <a:endParaRPr lang="en-US"/>
          </a:p>
        </p:txBody>
      </p:sp>
      <p:sp>
        <p:nvSpPr>
          <p:cNvPr id="145" name="ContactInfo"/>
          <p:cNvSpPr txBox="1"/>
          <p:nvPr/>
        </p:nvSpPr>
        <p:spPr>
          <a:xfrm>
            <a:off x="1371600" y="4800600"/>
            <a:ext cx="9448800" cy="457200"/>
          </a:xfrm>
          <a:prstGeom prst="rect">
            <a:avLst/>
          </a:prstGeom>
          <a:noFill/>
          <a:ln>
            <a:noFill/>
          </a:ln>
        </p:spPr>
        <p:txBody>
          <a:bodyPr anchor="t"/>
          <a:lstStyle/>
          <a:p>
            <a:pPr algn="ctr">
              <a:buNone/>
            </a:pPr>
            <a:r>
              <a:rPr lang="en-US" sz="1400" spc="200" dirty="0">
                <a:solidFill>
                  <a:srgbClr val="5A5650"/>
                </a:solidFill>
                <a:latin typeface="Georgia"/>
              </a:rPr>
              <a:t>email@example.com  •  thebitcoinbreakdown.com</a:t>
            </a:r>
          </a:p>
        </p:txBody>
      </p:sp>
      <p:sp>
        <p:nvSpPr>
          <p:cNvPr id="146" name="ClosingHash"/>
          <p:cNvSpPr txBox="1"/>
          <p:nvPr/>
        </p:nvSpPr>
        <p:spPr>
          <a:xfrm>
            <a:off x="457200" y="6172200"/>
            <a:ext cx="11277600" cy="228600"/>
          </a:xfrm>
          <a:prstGeom prst="rect">
            <a:avLst/>
          </a:prstGeom>
          <a:noFill/>
          <a:ln>
            <a:noFill/>
          </a:ln>
        </p:spPr>
        <p:txBody>
          <a:bodyPr anchor="ctr"/>
          <a:lstStyle/>
          <a:p>
            <a:pPr algn="ctr">
              <a:buNone/>
            </a:pPr>
            <a:r>
              <a:rPr lang="en-US" sz="800" spc="200" dirty="0">
                <a:solidFill>
                  <a:srgbClr val="E8E4DC">
                    <a:alpha val="10000"/>
                  </a:srgbClr>
                </a:solidFill>
                <a:latin typeface="Consolas"/>
              </a:rPr>
              <a:t>0xB3D7F2A1E8C04569  •  PROOF-OF-WORK  •  0x9F1A3C7E5B2D8046</a:t>
            </a:r>
          </a:p>
        </p:txBody>
      </p:sp>
      <p:sp>
        <p:nvSpPr>
          <p:cNvPr id="900" name="C901"/>
          <p:cNvSpPr/>
          <p:nvPr/>
        </p:nvSpPr>
        <p:spPr>
          <a:xfrm>
            <a:off x="152400" y="228600"/>
            <a:ext cx="685800" cy="0"/>
          </a:xfrm>
          <a:prstGeom prst="line">
            <a:avLst/>
          </a:prstGeom>
          <a:ln w="6350">
            <a:solidFill>
              <a:srgbClr val="C9A84C">
                <a:alpha val="30000"/>
              </a:srgbClr>
            </a:solidFill>
          </a:ln>
        </p:spPr>
        <p:txBody>
          <a:bodyPr/>
          <a:lstStyle/>
          <a:p>
            <a:endParaRPr lang="en-US"/>
          </a:p>
        </p:txBody>
      </p:sp>
      <p:sp>
        <p:nvSpPr>
          <p:cNvPr id="901" name="C902"/>
          <p:cNvSpPr/>
          <p:nvPr/>
        </p:nvSpPr>
        <p:spPr>
          <a:xfrm>
            <a:off x="228600" y="152400"/>
            <a:ext cx="0" cy="685800"/>
          </a:xfrm>
          <a:prstGeom prst="line">
            <a:avLst/>
          </a:prstGeom>
          <a:ln w="6350">
            <a:solidFill>
              <a:srgbClr val="C9A84C">
                <a:alpha val="30000"/>
              </a:srgbClr>
            </a:solidFill>
          </a:ln>
        </p:spPr>
        <p:txBody>
          <a:bodyPr/>
          <a:lstStyle/>
          <a:p>
            <a:endParaRPr lang="en-US"/>
          </a:p>
        </p:txBody>
      </p:sp>
      <p:sp>
        <p:nvSpPr>
          <p:cNvPr id="902" name="C903"/>
          <p:cNvSpPr/>
          <p:nvPr/>
        </p:nvSpPr>
        <p:spPr>
          <a:xfrm>
            <a:off x="487680" y="533400"/>
            <a:ext cx="91440" cy="0"/>
          </a:xfrm>
          <a:prstGeom prst="line">
            <a:avLst/>
          </a:prstGeom>
          <a:ln w="6350">
            <a:solidFill>
              <a:srgbClr val="C9A84C">
                <a:alpha val="30000"/>
              </a:srgbClr>
            </a:solidFill>
          </a:ln>
        </p:spPr>
        <p:txBody>
          <a:bodyPr/>
          <a:lstStyle/>
          <a:p>
            <a:endParaRPr lang="en-US"/>
          </a:p>
        </p:txBody>
      </p:sp>
      <p:sp>
        <p:nvSpPr>
          <p:cNvPr id="903" name="C904"/>
          <p:cNvSpPr/>
          <p:nvPr/>
        </p:nvSpPr>
        <p:spPr>
          <a:xfrm>
            <a:off x="533400" y="487680"/>
            <a:ext cx="0" cy="91440"/>
          </a:xfrm>
          <a:prstGeom prst="line">
            <a:avLst/>
          </a:prstGeom>
          <a:ln w="6350">
            <a:solidFill>
              <a:srgbClr val="C9A84C">
                <a:alpha val="30000"/>
              </a:srgbClr>
            </a:solidFill>
          </a:ln>
        </p:spPr>
        <p:txBody>
          <a:bodyPr/>
          <a:lstStyle/>
          <a:p>
            <a:endParaRPr lang="en-US"/>
          </a:p>
        </p:txBody>
      </p:sp>
      <p:sp>
        <p:nvSpPr>
          <p:cNvPr id="904" name="C905"/>
          <p:cNvSpPr/>
          <p:nvPr/>
        </p:nvSpPr>
        <p:spPr>
          <a:xfrm>
            <a:off x="11353800" y="6629400"/>
            <a:ext cx="685800" cy="0"/>
          </a:xfrm>
          <a:prstGeom prst="line">
            <a:avLst/>
          </a:prstGeom>
          <a:ln w="6350">
            <a:solidFill>
              <a:srgbClr val="C9A84C">
                <a:alpha val="30000"/>
              </a:srgbClr>
            </a:solidFill>
          </a:ln>
        </p:spPr>
        <p:txBody>
          <a:bodyPr/>
          <a:lstStyle/>
          <a:p>
            <a:endParaRPr lang="en-US"/>
          </a:p>
        </p:txBody>
      </p:sp>
      <p:sp>
        <p:nvSpPr>
          <p:cNvPr id="905" name="C906"/>
          <p:cNvSpPr/>
          <p:nvPr/>
        </p:nvSpPr>
        <p:spPr>
          <a:xfrm>
            <a:off x="11963400" y="6019800"/>
            <a:ext cx="0" cy="685800"/>
          </a:xfrm>
          <a:prstGeom prst="line">
            <a:avLst/>
          </a:prstGeom>
          <a:ln w="6350">
            <a:solidFill>
              <a:srgbClr val="C9A84C">
                <a:alpha val="30000"/>
              </a:srgbClr>
            </a:solidFill>
          </a:ln>
        </p:spPr>
        <p:txBody>
          <a:bodyPr/>
          <a:lstStyle/>
          <a:p>
            <a:endParaRPr lang="en-US"/>
          </a:p>
        </p:txBody>
      </p:sp>
      <p:sp>
        <p:nvSpPr>
          <p:cNvPr id="906" name="C907"/>
          <p:cNvSpPr/>
          <p:nvPr/>
        </p:nvSpPr>
        <p:spPr>
          <a:xfrm>
            <a:off x="11612880" y="6324600"/>
            <a:ext cx="91440" cy="0"/>
          </a:xfrm>
          <a:prstGeom prst="line">
            <a:avLst/>
          </a:prstGeom>
          <a:ln w="6350">
            <a:solidFill>
              <a:srgbClr val="C9A84C">
                <a:alpha val="30000"/>
              </a:srgbClr>
            </a:solidFill>
          </a:ln>
        </p:spPr>
        <p:txBody>
          <a:bodyPr/>
          <a:lstStyle/>
          <a:p>
            <a:endParaRPr lang="en-US"/>
          </a:p>
        </p:txBody>
      </p:sp>
      <p:sp>
        <p:nvSpPr>
          <p:cNvPr id="907" name="C908"/>
          <p:cNvSpPr/>
          <p:nvPr/>
        </p:nvSpPr>
        <p:spPr>
          <a:xfrm>
            <a:off x="11658600" y="6278880"/>
            <a:ext cx="0" cy="9144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4055868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50" name="PhotoPlaceholder"/>
          <p:cNvSpPr/>
          <p:nvPr/>
        </p:nvSpPr>
        <p:spPr>
          <a:xfrm>
            <a:off x="0" y="0"/>
            <a:ext cx="12192000" cy="6858000"/>
          </a:xfrm>
          <a:prstGeom prst="rect">
            <a:avLst/>
          </a:prstGeom>
          <a:solidFill>
            <a:srgbClr val="0A0A0A"/>
          </a:solidFill>
          <a:ln>
            <a:noFill/>
          </a:ln>
        </p:spPr>
        <p:txBody>
          <a:bodyPr anchor="ctr" anchorCtr="1"/>
          <a:lstStyle/>
          <a:p>
            <a:pPr algn="ctr">
              <a:buNone/>
            </a:pPr>
            <a:r>
              <a:rPr lang="en-US" sz="1400" spc="300" dirty="0">
                <a:solidFill>
                  <a:srgbClr val="5A5650"/>
                </a:solidFill>
                <a:latin typeface="Georgia"/>
              </a:rPr>
              <a:t>INSERT IMAGE HERE</a:t>
            </a:r>
          </a:p>
          <a:p>
            <a:pPr algn="ctr">
              <a:buNone/>
            </a:pPr>
            <a:r>
              <a:rPr lang="en-US" sz="1100" dirty="0">
                <a:solidFill>
                  <a:srgbClr val="5A5650"/>
                </a:solidFill>
                <a:latin typeface="Georgia"/>
              </a:rPr>
              <a:t>Right-click and select "Format Shape" to add a picture fill</a:t>
            </a:r>
          </a:p>
        </p:txBody>
      </p:sp>
      <p:sp>
        <p:nvSpPr>
          <p:cNvPr id="152" name="BottomScrim"/>
          <p:cNvSpPr/>
          <p:nvPr/>
        </p:nvSpPr>
        <p:spPr>
          <a:xfrm>
            <a:off x="0" y="3429000"/>
            <a:ext cx="12192000" cy="3429000"/>
          </a:xfrm>
          <a:prstGeom prst="rect">
            <a:avLst/>
          </a:prstGeom>
          <a:gradFill>
            <a:gsLst>
              <a:gs pos="0">
                <a:srgbClr val="000000">
                  <a:alpha val="0"/>
                </a:srgbClr>
              </a:gs>
              <a:gs pos="60000">
                <a:srgbClr val="000000">
                  <a:alpha val="70000"/>
                </a:srgbClr>
              </a:gs>
              <a:gs pos="100000">
                <a:srgbClr val="000000">
                  <a:alpha val="90000"/>
                </a:srgbClr>
              </a:gs>
            </a:gsLst>
            <a:lin ang="5400000" scaled="1"/>
          </a:gradFill>
          <a:ln>
            <a:noFill/>
          </a:ln>
        </p:spPr>
        <p:txBody>
          <a:bodyPr/>
          <a:lstStyle/>
          <a:p>
            <a:endParaRPr lang="en-US"/>
          </a:p>
        </p:txBody>
      </p:sp>
      <p:sp>
        <p:nvSpPr>
          <p:cNvPr id="153" name="PhotoOverline"/>
          <p:cNvSpPr txBox="1"/>
          <p:nvPr/>
        </p:nvSpPr>
        <p:spPr>
          <a:xfrm>
            <a:off x="609600" y="4724400"/>
            <a:ext cx="10972800" cy="274320"/>
          </a:xfrm>
          <a:prstGeom prst="rect">
            <a:avLst/>
          </a:prstGeom>
          <a:noFill/>
          <a:ln>
            <a:noFill/>
          </a:ln>
        </p:spPr>
        <p:txBody>
          <a:bodyPr anchor="b"/>
          <a:lstStyle/>
          <a:p>
            <a:pPr algn="l">
              <a:buNone/>
            </a:pPr>
            <a:r>
              <a:rPr lang="en-US" sz="1000" spc="500" dirty="0">
                <a:solidFill>
                  <a:srgbClr val="FFD700"/>
                </a:solidFill>
                <a:latin typeface="Georgia"/>
              </a:rPr>
              <a:t>PHOTO CATEGORY</a:t>
            </a:r>
          </a:p>
        </p:txBody>
      </p:sp>
      <p:sp>
        <p:nvSpPr>
          <p:cNvPr id="154" name="PhotoTitle"/>
          <p:cNvSpPr txBox="1"/>
          <p:nvPr/>
        </p:nvSpPr>
        <p:spPr>
          <a:xfrm>
            <a:off x="609600" y="5029200"/>
            <a:ext cx="8534400" cy="762000"/>
          </a:xfrm>
          <a:prstGeom prst="rect">
            <a:avLst/>
          </a:prstGeom>
          <a:noFill/>
          <a:ln>
            <a:noFill/>
          </a:ln>
        </p:spPr>
        <p:txBody>
          <a:bodyPr anchor="t"/>
          <a:lstStyle/>
          <a:p>
            <a:pPr algn="l">
              <a:buNone/>
            </a:pPr>
            <a:r>
              <a:rPr lang="en-US" sz="2800" spc="50" dirty="0">
                <a:solidFill>
                  <a:srgbClr val="E8E4DC"/>
                </a:solidFill>
                <a:latin typeface="Georgia"/>
              </a:rPr>
              <a:t>Image Title or Description</a:t>
            </a:r>
          </a:p>
        </p:txBody>
      </p:sp>
      <p:sp>
        <p:nvSpPr>
          <p:cNvPr id="155" name="PhotoCaption"/>
          <p:cNvSpPr txBox="1"/>
          <p:nvPr/>
        </p:nvSpPr>
        <p:spPr>
          <a:xfrm>
            <a:off x="609600" y="5867400"/>
            <a:ext cx="8534400" cy="381000"/>
          </a:xfrm>
          <a:prstGeom prst="rect">
            <a:avLst/>
          </a:prstGeom>
          <a:noFill/>
          <a:ln>
            <a:noFill/>
          </a:ln>
        </p:spPr>
        <p:txBody>
          <a:bodyPr anchor="t"/>
          <a:lstStyle/>
          <a:p>
            <a:pPr algn="l">
              <a:buNone/>
            </a:pPr>
            <a:r>
              <a:rPr lang="en-US" sz="1200" i="1" spc="200" dirty="0">
                <a:solidFill>
                  <a:srgbClr val="8A857D"/>
                </a:solidFill>
                <a:latin typeface="Georgia"/>
              </a:rPr>
              <a:t>Photo caption or source attribution  •  2026</a:t>
            </a:r>
          </a:p>
        </p:txBody>
      </p:sp>
      <p:sp>
        <p:nvSpPr>
          <p:cNvPr id="960" name="C961"/>
          <p:cNvSpPr/>
          <p:nvPr/>
        </p:nvSpPr>
        <p:spPr>
          <a:xfrm>
            <a:off x="152400" y="152400"/>
            <a:ext cx="609600" cy="0"/>
          </a:xfrm>
          <a:prstGeom prst="line">
            <a:avLst/>
          </a:prstGeom>
          <a:ln w="6350">
            <a:solidFill>
              <a:srgbClr val="C9A84C">
                <a:alpha val="30000"/>
              </a:srgbClr>
            </a:solidFill>
          </a:ln>
        </p:spPr>
        <p:txBody>
          <a:bodyPr/>
          <a:lstStyle/>
          <a:p>
            <a:endParaRPr lang="en-US"/>
          </a:p>
        </p:txBody>
      </p:sp>
      <p:sp>
        <p:nvSpPr>
          <p:cNvPr id="961" name="C962"/>
          <p:cNvSpPr/>
          <p:nvPr/>
        </p:nvSpPr>
        <p:spPr>
          <a:xfrm>
            <a:off x="152400" y="152400"/>
            <a:ext cx="0" cy="609600"/>
          </a:xfrm>
          <a:prstGeom prst="line">
            <a:avLst/>
          </a:prstGeom>
          <a:ln w="6350">
            <a:solidFill>
              <a:srgbClr val="C9A84C">
                <a:alpha val="30000"/>
              </a:srgbClr>
            </a:solidFill>
          </a:ln>
        </p:spPr>
        <p:txBody>
          <a:bodyPr/>
          <a:lstStyle/>
          <a:p>
            <a:endParaRPr lang="en-US"/>
          </a:p>
        </p:txBody>
      </p:sp>
      <p:sp>
        <p:nvSpPr>
          <p:cNvPr id="962" name="C963"/>
          <p:cNvSpPr/>
          <p:nvPr/>
        </p:nvSpPr>
        <p:spPr>
          <a:xfrm>
            <a:off x="11430000" y="6705600"/>
            <a:ext cx="609600" cy="0"/>
          </a:xfrm>
          <a:prstGeom prst="line">
            <a:avLst/>
          </a:prstGeom>
          <a:ln w="6350">
            <a:solidFill>
              <a:srgbClr val="C9A84C">
                <a:alpha val="30000"/>
              </a:srgbClr>
            </a:solidFill>
          </a:ln>
        </p:spPr>
        <p:txBody>
          <a:bodyPr/>
          <a:lstStyle/>
          <a:p>
            <a:endParaRPr lang="en-US"/>
          </a:p>
        </p:txBody>
      </p:sp>
      <p:sp>
        <p:nvSpPr>
          <p:cNvPr id="963" name="C964"/>
          <p:cNvSpPr/>
          <p:nvPr/>
        </p:nvSpPr>
        <p:spPr>
          <a:xfrm>
            <a:off x="12039600" y="6096000"/>
            <a:ext cx="0" cy="609600"/>
          </a:xfrm>
          <a:prstGeom prst="line">
            <a:avLst/>
          </a:prstGeom>
          <a:ln w="6350">
            <a:solidFill>
              <a:srgbClr val="C9A84C">
                <a:alpha val="30000"/>
              </a:srgbClr>
            </a:solidFill>
          </a:ln>
        </p:spPr>
        <p:txBody>
          <a:bodyPr/>
          <a:lstStyle/>
          <a:p>
            <a:endParaRPr lang="en-US"/>
          </a:p>
        </p:txBody>
      </p:sp>
      <p:sp>
        <p:nvSpPr>
          <p:cNvPr id="964" name="C965"/>
          <p:cNvSpPr/>
          <p:nvPr/>
        </p:nvSpPr>
        <p:spPr>
          <a:xfrm>
            <a:off x="304800" y="304800"/>
            <a:ext cx="457200" cy="0"/>
          </a:xfrm>
          <a:prstGeom prst="line">
            <a:avLst/>
          </a:prstGeom>
          <a:ln w="6350">
            <a:solidFill>
              <a:srgbClr val="C9A84C">
                <a:alpha val="30000"/>
              </a:srgbClr>
            </a:solidFill>
          </a:ln>
        </p:spPr>
        <p:txBody>
          <a:bodyPr/>
          <a:lstStyle/>
          <a:p>
            <a:endParaRPr lang="en-US"/>
          </a:p>
        </p:txBody>
      </p:sp>
      <p:sp>
        <p:nvSpPr>
          <p:cNvPr id="965" name="C966"/>
          <p:cNvSpPr/>
          <p:nvPr/>
        </p:nvSpPr>
        <p:spPr>
          <a:xfrm>
            <a:off x="304800" y="304800"/>
            <a:ext cx="0" cy="457200"/>
          </a:xfrm>
          <a:prstGeom prst="line">
            <a:avLst/>
          </a:prstGeom>
          <a:ln w="6350">
            <a:solidFill>
              <a:srgbClr val="C9A84C">
                <a:alpha val="30000"/>
              </a:srgbClr>
            </a:solidFill>
          </a:ln>
        </p:spPr>
        <p:txBody>
          <a:bodyPr/>
          <a:lstStyle/>
          <a:p>
            <a:endParaRPr lang="en-US"/>
          </a:p>
        </p:txBody>
      </p:sp>
      <p:sp>
        <p:nvSpPr>
          <p:cNvPr id="966" name="C967"/>
          <p:cNvSpPr/>
          <p:nvPr/>
        </p:nvSpPr>
        <p:spPr>
          <a:xfrm>
            <a:off x="11430000" y="6553200"/>
            <a:ext cx="457200" cy="0"/>
          </a:xfrm>
          <a:prstGeom prst="line">
            <a:avLst/>
          </a:prstGeom>
          <a:ln w="6350">
            <a:solidFill>
              <a:srgbClr val="C9A84C">
                <a:alpha val="30000"/>
              </a:srgbClr>
            </a:solidFill>
          </a:ln>
        </p:spPr>
        <p:txBody>
          <a:bodyPr/>
          <a:lstStyle/>
          <a:p>
            <a:endParaRPr lang="en-US"/>
          </a:p>
        </p:txBody>
      </p:sp>
      <p:sp>
        <p:nvSpPr>
          <p:cNvPr id="967" name="C968"/>
          <p:cNvSpPr/>
          <p:nvPr/>
        </p:nvSpPr>
        <p:spPr>
          <a:xfrm>
            <a:off x="11887200" y="6096000"/>
            <a:ext cx="0" cy="457200"/>
          </a:xfrm>
          <a:prstGeom prst="line">
            <a:avLst/>
          </a:prstGeom>
          <a:ln w="6350">
            <a:solidFill>
              <a:srgbClr val="C9A84C">
                <a:alpha val="30000"/>
              </a:srgbClr>
            </a:solidFill>
          </a:ln>
        </p:spPr>
        <p:txBody>
          <a:bodyPr/>
          <a:lstStyle/>
          <a:p>
            <a:endParaRPr lang="en-US"/>
          </a:p>
        </p:txBody>
      </p:sp>
      <p:sp>
        <p:nvSpPr>
          <p:cNvPr id="968" name="C969"/>
          <p:cNvSpPr/>
          <p:nvPr/>
        </p:nvSpPr>
        <p:spPr>
          <a:xfrm>
            <a:off x="457200" y="457200"/>
            <a:ext cx="304800" cy="0"/>
          </a:xfrm>
          <a:prstGeom prst="line">
            <a:avLst/>
          </a:prstGeom>
          <a:ln w="6350">
            <a:solidFill>
              <a:srgbClr val="C9A84C">
                <a:alpha val="30000"/>
              </a:srgbClr>
            </a:solidFill>
          </a:ln>
        </p:spPr>
        <p:txBody>
          <a:bodyPr/>
          <a:lstStyle/>
          <a:p>
            <a:endParaRPr lang="en-US"/>
          </a:p>
        </p:txBody>
      </p:sp>
      <p:sp>
        <p:nvSpPr>
          <p:cNvPr id="969" name="C970"/>
          <p:cNvSpPr/>
          <p:nvPr/>
        </p:nvSpPr>
        <p:spPr>
          <a:xfrm>
            <a:off x="457200" y="457200"/>
            <a:ext cx="0" cy="304800"/>
          </a:xfrm>
          <a:prstGeom prst="line">
            <a:avLst/>
          </a:prstGeom>
          <a:ln w="6350">
            <a:solidFill>
              <a:srgbClr val="C9A84C">
                <a:alpha val="30000"/>
              </a:srgbClr>
            </a:solidFill>
          </a:ln>
        </p:spPr>
        <p:txBody>
          <a:bodyPr/>
          <a:lstStyle/>
          <a:p>
            <a:endParaRPr lang="en-US"/>
          </a:p>
        </p:txBody>
      </p:sp>
      <p:sp>
        <p:nvSpPr>
          <p:cNvPr id="970" name="C971"/>
          <p:cNvSpPr/>
          <p:nvPr/>
        </p:nvSpPr>
        <p:spPr>
          <a:xfrm>
            <a:off x="11430000" y="6400800"/>
            <a:ext cx="304800" cy="0"/>
          </a:xfrm>
          <a:prstGeom prst="line">
            <a:avLst/>
          </a:prstGeom>
          <a:ln w="6350">
            <a:solidFill>
              <a:srgbClr val="C9A84C">
                <a:alpha val="30000"/>
              </a:srgbClr>
            </a:solidFill>
          </a:ln>
        </p:spPr>
        <p:txBody>
          <a:bodyPr/>
          <a:lstStyle/>
          <a:p>
            <a:endParaRPr lang="en-US"/>
          </a:p>
        </p:txBody>
      </p:sp>
      <p:sp>
        <p:nvSpPr>
          <p:cNvPr id="971" name="C972"/>
          <p:cNvSpPr/>
          <p:nvPr/>
        </p:nvSpPr>
        <p:spPr>
          <a:xfrm>
            <a:off x="11734800" y="6096000"/>
            <a:ext cx="0" cy="30480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136715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60" name="EmbedCard"/>
          <p:cNvSpPr/>
          <p:nvPr/>
        </p:nvSpPr>
        <p:spPr>
          <a:xfrm>
            <a:off x="1524000" y="457200"/>
            <a:ext cx="9144000" cy="5943600"/>
          </a:xfrm>
          <a:prstGeom prst="rect">
            <a:avLst/>
          </a:prstGeom>
          <a:solidFill>
            <a:srgbClr val="0A0A0A"/>
          </a:solidFill>
          <a:ln w="6350">
            <a:solidFill>
              <a:srgbClr val="FFD700">
                <a:alpha val="8000"/>
              </a:srgbClr>
            </a:solidFill>
          </a:ln>
          <a:effectLst>
            <a:outerShdw blurRad="76200" dist="25400" dir="5400000" algn="bl" rotWithShape="0">
              <a:srgbClr val="C9A84C">
                <a:alpha val="10000"/>
              </a:srgbClr>
            </a:outerShdw>
          </a:effectLst>
        </p:spPr>
        <p:txBody>
          <a:bodyPr/>
          <a:lstStyle/>
          <a:p>
            <a:endParaRPr lang="en-US"/>
          </a:p>
        </p:txBody>
      </p:sp>
      <p:sp>
        <p:nvSpPr>
          <p:cNvPr id="161" name="EmbedTitleBar"/>
          <p:cNvSpPr/>
          <p:nvPr/>
        </p:nvSpPr>
        <p:spPr>
          <a:xfrm>
            <a:off x="1524000" y="457200"/>
            <a:ext cx="9144000" cy="365760"/>
          </a:xfrm>
          <a:prstGeom prst="rect">
            <a:avLst/>
          </a:prstGeom>
          <a:solidFill>
            <a:srgbClr val="060606"/>
          </a:solidFill>
          <a:ln>
            <a:noFill/>
          </a:ln>
        </p:spPr>
        <p:txBody>
          <a:bodyPr/>
          <a:lstStyle/>
          <a:p>
            <a:endParaRPr lang="en-US"/>
          </a:p>
        </p:txBody>
      </p:sp>
      <p:sp>
        <p:nvSpPr>
          <p:cNvPr id="162" name="SourceLabel"/>
          <p:cNvSpPr txBox="1"/>
          <p:nvPr/>
        </p:nvSpPr>
        <p:spPr>
          <a:xfrm>
            <a:off x="1752600" y="457200"/>
            <a:ext cx="2286000" cy="365760"/>
          </a:xfrm>
          <a:prstGeom prst="rect">
            <a:avLst/>
          </a:prstGeom>
          <a:noFill/>
          <a:ln>
            <a:noFill/>
          </a:ln>
        </p:spPr>
        <p:txBody>
          <a:bodyPr anchor="ctr"/>
          <a:lstStyle/>
          <a:p>
            <a:pPr algn="l">
              <a:buNone/>
            </a:pPr>
            <a:r>
              <a:rPr lang="en-US" sz="1000" spc="400" dirty="0">
                <a:solidFill>
                  <a:srgbClr val="FFD700"/>
                </a:solidFill>
                <a:latin typeface="Consolas"/>
              </a:rPr>
              <a:t>𝕏 POST</a:t>
            </a:r>
          </a:p>
        </p:txBody>
      </p:sp>
      <p:sp>
        <p:nvSpPr>
          <p:cNvPr id="163" name="SourceURL"/>
          <p:cNvSpPr txBox="1"/>
          <p:nvPr/>
        </p:nvSpPr>
        <p:spPr>
          <a:xfrm>
            <a:off x="7010400" y="457200"/>
            <a:ext cx="3429000" cy="365760"/>
          </a:xfrm>
          <a:prstGeom prst="rect">
            <a:avLst/>
          </a:prstGeom>
          <a:noFill/>
          <a:ln>
            <a:noFill/>
          </a:ln>
        </p:spPr>
        <p:txBody>
          <a:bodyPr anchor="ctr"/>
          <a:lstStyle/>
          <a:p>
            <a:pPr algn="r">
              <a:buNone/>
            </a:pPr>
            <a:r>
              <a:rPr lang="en-US" sz="900" spc="200" dirty="0">
                <a:solidFill>
                  <a:srgbClr val="5A5650"/>
                </a:solidFill>
                <a:latin typeface="Consolas"/>
              </a:rPr>
              <a:t>x.com/username  •  FEB 2026</a:t>
            </a:r>
          </a:p>
        </p:txBody>
      </p:sp>
      <p:sp>
        <p:nvSpPr>
          <p:cNvPr id="164" name="ScreenshotArea"/>
          <p:cNvSpPr/>
          <p:nvPr/>
        </p:nvSpPr>
        <p:spPr>
          <a:xfrm>
            <a:off x="1752600" y="981710"/>
            <a:ext cx="8686800" cy="4733290"/>
          </a:xfrm>
          <a:prstGeom prst="rect">
            <a:avLst/>
          </a:prstGeom>
          <a:solidFill>
            <a:srgbClr val="060606"/>
          </a:solidFill>
          <a:ln w="6350">
            <a:solidFill>
              <a:srgbClr val="C9A84C">
                <a:alpha val="10000"/>
              </a:srgbClr>
            </a:solidFill>
          </a:ln>
        </p:spPr>
        <p:txBody>
          <a:bodyPr anchor="ctr" anchorCtr="1"/>
          <a:lstStyle/>
          <a:p>
            <a:pPr algn="ctr">
              <a:buNone/>
            </a:pPr>
            <a:r>
              <a:rPr lang="en-US" sz="1400" spc="300" dirty="0">
                <a:solidFill>
                  <a:srgbClr val="5A5650"/>
                </a:solidFill>
                <a:latin typeface="Georgia"/>
              </a:rPr>
              <a:t>PASTE SCREENSHOT HERE</a:t>
            </a:r>
          </a:p>
        </p:txBody>
      </p:sp>
      <p:sp>
        <p:nvSpPr>
          <p:cNvPr id="165" name="EmbedAttribution"/>
          <p:cNvSpPr txBox="1"/>
          <p:nvPr/>
        </p:nvSpPr>
        <p:spPr>
          <a:xfrm>
            <a:off x="1752600" y="5791200"/>
            <a:ext cx="8686800" cy="457200"/>
          </a:xfrm>
          <a:prstGeom prst="rect">
            <a:avLst/>
          </a:prstGeom>
          <a:noFill/>
          <a:ln>
            <a:noFill/>
          </a:ln>
        </p:spPr>
        <p:txBody>
          <a:bodyPr anchor="ctr"/>
          <a:lstStyle/>
          <a:p>
            <a:pPr algn="l">
              <a:buNone/>
            </a:pPr>
            <a:r>
              <a:rPr lang="en-US" sz="1400" i="1" dirty="0">
                <a:solidFill>
                  <a:srgbClr val="8A857D"/>
                </a:solidFill>
                <a:latin typeface="Georgia"/>
              </a:rPr>
              <a:t>“Key quote or excerpt from the source...”</a:t>
            </a:r>
          </a:p>
        </p:txBody>
      </p:sp>
      <p:sp>
        <p:nvSpPr>
          <p:cNvPr id="970" name="C97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71" name="C97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72" name="C97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73" name="C97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74" name="D97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75" name="C97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76" name="C97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77" name="C97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78" name="C97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79" name="D98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3060376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70" name="Video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Video Title</a:t>
            </a:r>
          </a:p>
        </p:txBody>
      </p:sp>
      <p:sp>
        <p:nvSpPr>
          <p:cNvPr id="171" name="VideoDivider"/>
          <p:cNvSpPr/>
          <p:nvPr/>
        </p:nvSpPr>
        <p:spPr>
          <a:xfrm>
            <a:off x="609600" y="1028700"/>
            <a:ext cx="1143000" cy="0"/>
          </a:xfrm>
          <a:prstGeom prst="line">
            <a:avLst/>
          </a:prstGeom>
          <a:ln w="12700">
            <a:solidFill>
              <a:srgbClr val="FFD700"/>
            </a:solidFill>
          </a:ln>
        </p:spPr>
        <p:txBody>
          <a:bodyPr/>
          <a:lstStyle/>
          <a:p>
            <a:endParaRPr lang="en-US"/>
          </a:p>
        </p:txBody>
      </p:sp>
      <p:sp>
        <p:nvSpPr>
          <p:cNvPr id="172" name="VideoPlaceholder"/>
          <p:cNvSpPr/>
          <p:nvPr/>
        </p:nvSpPr>
        <p:spPr>
          <a:xfrm>
            <a:off x="609600" y="1295400"/>
            <a:ext cx="10972800" cy="4114800"/>
          </a:xfrm>
          <a:prstGeom prst="rect">
            <a:avLst/>
          </a:prstGeom>
          <a:solidFill>
            <a:srgbClr val="060606"/>
          </a:solidFill>
          <a:ln w="6350">
            <a:solidFill>
              <a:srgbClr val="FFD700">
                <a:alpha val="8000"/>
              </a:srgbClr>
            </a:solidFill>
          </a:ln>
          <a:effectLst>
            <a:outerShdw blurRad="76200" dist="25400" dir="5400000" algn="bl" rotWithShape="0">
              <a:srgbClr val="C9A84C">
                <a:alpha val="10000"/>
              </a:srgbClr>
            </a:outerShdw>
          </a:effectLst>
        </p:spPr>
        <p:txBody>
          <a:bodyPr anchor="ctr" anchorCtr="1"/>
          <a:lstStyle/>
          <a:p>
            <a:pPr algn="ctr">
              <a:buNone/>
            </a:pPr>
            <a:r>
              <a:rPr lang="en-US" sz="1100" spc="300" dirty="0">
                <a:solidFill>
                  <a:srgbClr val="5A5650"/>
                </a:solidFill>
                <a:latin typeface="Georgia"/>
              </a:rPr>
              <a:t>INSERT VIDEO OR THUMBNAIL HERE</a:t>
            </a:r>
          </a:p>
        </p:txBody>
      </p:sp>
      <p:sp>
        <p:nvSpPr>
          <p:cNvPr id="173" name="PlayButton"/>
          <p:cNvSpPr/>
          <p:nvPr/>
        </p:nvSpPr>
        <p:spPr>
          <a:xfrm>
            <a:off x="5867400" y="3009900"/>
            <a:ext cx="457200" cy="457200"/>
          </a:xfrm>
          <a:prstGeom prst="ellipse">
            <a:avLst/>
          </a:prstGeom>
          <a:noFill/>
          <a:ln w="19050">
            <a:solidFill>
              <a:srgbClr val="FFD700">
                <a:alpha val="40000"/>
              </a:srgbClr>
            </a:solidFill>
          </a:ln>
        </p:spPr>
        <p:txBody>
          <a:bodyPr wrap="none" lIns="0" tIns="0" rIns="0" bIns="0" anchor="ctr" anchorCtr="1"/>
          <a:lstStyle/>
          <a:p>
            <a:pPr algn="ctr">
              <a:buNone/>
            </a:pPr>
            <a:r>
              <a:rPr lang="en-US" sz="2400" dirty="0">
                <a:solidFill>
                  <a:srgbClr val="FFD700">
                    <a:alpha val="50000"/>
                  </a:srgbClr>
                </a:solidFill>
                <a:latin typeface="Arial"/>
              </a:rPr>
              <a:t>▶</a:t>
            </a:r>
          </a:p>
        </p:txBody>
      </p:sp>
      <p:sp>
        <p:nvSpPr>
          <p:cNvPr id="174" name="VideoDesc"/>
          <p:cNvSpPr txBox="1"/>
          <p:nvPr/>
        </p:nvSpPr>
        <p:spPr>
          <a:xfrm>
            <a:off x="609600" y="5562600"/>
            <a:ext cx="7620000" cy="457200"/>
          </a:xfrm>
          <a:prstGeom prst="rect">
            <a:avLst/>
          </a:prstGeom>
          <a:noFill/>
          <a:ln>
            <a:noFill/>
          </a:ln>
        </p:spPr>
        <p:txBody>
          <a:bodyPr anchor="t"/>
          <a:lstStyle/>
          <a:p>
            <a:pPr algn="l">
              <a:buNone/>
            </a:pPr>
            <a:r>
              <a:rPr lang="en-US" sz="1400" dirty="0">
                <a:solidFill>
                  <a:srgbClr val="8A857D"/>
                </a:solidFill>
                <a:latin typeface="Georgia"/>
              </a:rPr>
              <a:t>Brief description of the video content or context</a:t>
            </a:r>
          </a:p>
        </p:txBody>
      </p:sp>
      <p:sp>
        <p:nvSpPr>
          <p:cNvPr id="175" name="VideoSource"/>
          <p:cNvSpPr txBox="1"/>
          <p:nvPr/>
        </p:nvSpPr>
        <p:spPr>
          <a:xfrm>
            <a:off x="8382000" y="5562600"/>
            <a:ext cx="3200400" cy="457200"/>
          </a:xfrm>
          <a:prstGeom prst="rect">
            <a:avLst/>
          </a:prstGeom>
          <a:noFill/>
          <a:ln>
            <a:noFill/>
          </a:ln>
        </p:spPr>
        <p:txBody>
          <a:bodyPr anchor="t"/>
          <a:lstStyle/>
          <a:p>
            <a:pPr algn="r">
              <a:buNone/>
            </a:pPr>
            <a:r>
              <a:rPr lang="en-US" sz="1000" spc="200" dirty="0">
                <a:solidFill>
                  <a:srgbClr val="5A5650"/>
                </a:solidFill>
                <a:latin typeface="Consolas"/>
              </a:rPr>
              <a:t>SOURCE: YOUTUBE.COM</a:t>
            </a:r>
          </a:p>
        </p:txBody>
      </p:sp>
      <p:sp>
        <p:nvSpPr>
          <p:cNvPr id="980" name="C981"/>
          <p:cNvSpPr/>
          <p:nvPr/>
        </p:nvSpPr>
        <p:spPr>
          <a:xfrm>
            <a:off x="152400" y="228600"/>
            <a:ext cx="685800" cy="0"/>
          </a:xfrm>
          <a:prstGeom prst="line">
            <a:avLst/>
          </a:prstGeom>
          <a:ln w="6350">
            <a:solidFill>
              <a:srgbClr val="C9A84C">
                <a:alpha val="30000"/>
              </a:srgbClr>
            </a:solidFill>
          </a:ln>
        </p:spPr>
        <p:txBody>
          <a:bodyPr/>
          <a:lstStyle/>
          <a:p>
            <a:endParaRPr lang="en-US"/>
          </a:p>
        </p:txBody>
      </p:sp>
      <p:sp>
        <p:nvSpPr>
          <p:cNvPr id="981" name="C982"/>
          <p:cNvSpPr/>
          <p:nvPr/>
        </p:nvSpPr>
        <p:spPr>
          <a:xfrm>
            <a:off x="228600" y="152400"/>
            <a:ext cx="0" cy="685800"/>
          </a:xfrm>
          <a:prstGeom prst="line">
            <a:avLst/>
          </a:prstGeom>
          <a:ln w="6350">
            <a:solidFill>
              <a:srgbClr val="C9A84C">
                <a:alpha val="30000"/>
              </a:srgbClr>
            </a:solidFill>
          </a:ln>
        </p:spPr>
        <p:txBody>
          <a:bodyPr/>
          <a:lstStyle/>
          <a:p>
            <a:endParaRPr lang="en-US"/>
          </a:p>
        </p:txBody>
      </p:sp>
      <p:sp>
        <p:nvSpPr>
          <p:cNvPr id="982" name="C983"/>
          <p:cNvSpPr/>
          <p:nvPr/>
        </p:nvSpPr>
        <p:spPr>
          <a:xfrm>
            <a:off x="487680" y="533400"/>
            <a:ext cx="91440" cy="0"/>
          </a:xfrm>
          <a:prstGeom prst="line">
            <a:avLst/>
          </a:prstGeom>
          <a:ln w="6350">
            <a:solidFill>
              <a:srgbClr val="C9A84C">
                <a:alpha val="30000"/>
              </a:srgbClr>
            </a:solidFill>
          </a:ln>
        </p:spPr>
        <p:txBody>
          <a:bodyPr/>
          <a:lstStyle/>
          <a:p>
            <a:endParaRPr lang="en-US"/>
          </a:p>
        </p:txBody>
      </p:sp>
      <p:sp>
        <p:nvSpPr>
          <p:cNvPr id="983" name="C984"/>
          <p:cNvSpPr/>
          <p:nvPr/>
        </p:nvSpPr>
        <p:spPr>
          <a:xfrm>
            <a:off x="533400" y="487680"/>
            <a:ext cx="0" cy="91440"/>
          </a:xfrm>
          <a:prstGeom prst="line">
            <a:avLst/>
          </a:prstGeom>
          <a:ln w="6350">
            <a:solidFill>
              <a:srgbClr val="C9A84C">
                <a:alpha val="30000"/>
              </a:srgbClr>
            </a:solidFill>
          </a:ln>
        </p:spPr>
        <p:txBody>
          <a:bodyPr/>
          <a:lstStyle/>
          <a:p>
            <a:endParaRPr lang="en-US"/>
          </a:p>
        </p:txBody>
      </p:sp>
      <p:sp>
        <p:nvSpPr>
          <p:cNvPr id="984" name="C985"/>
          <p:cNvSpPr/>
          <p:nvPr/>
        </p:nvSpPr>
        <p:spPr>
          <a:xfrm>
            <a:off x="11353800" y="6629400"/>
            <a:ext cx="685800" cy="0"/>
          </a:xfrm>
          <a:prstGeom prst="line">
            <a:avLst/>
          </a:prstGeom>
          <a:ln w="6350">
            <a:solidFill>
              <a:srgbClr val="C9A84C">
                <a:alpha val="30000"/>
              </a:srgbClr>
            </a:solidFill>
          </a:ln>
        </p:spPr>
        <p:txBody>
          <a:bodyPr/>
          <a:lstStyle/>
          <a:p>
            <a:endParaRPr lang="en-US"/>
          </a:p>
        </p:txBody>
      </p:sp>
      <p:sp>
        <p:nvSpPr>
          <p:cNvPr id="985" name="C986"/>
          <p:cNvSpPr/>
          <p:nvPr/>
        </p:nvSpPr>
        <p:spPr>
          <a:xfrm>
            <a:off x="11963400" y="6019800"/>
            <a:ext cx="0" cy="685800"/>
          </a:xfrm>
          <a:prstGeom prst="line">
            <a:avLst/>
          </a:prstGeom>
          <a:ln w="6350">
            <a:solidFill>
              <a:srgbClr val="C9A84C">
                <a:alpha val="30000"/>
              </a:srgbClr>
            </a:solidFill>
          </a:ln>
        </p:spPr>
        <p:txBody>
          <a:bodyPr/>
          <a:lstStyle/>
          <a:p>
            <a:endParaRPr lang="en-US"/>
          </a:p>
        </p:txBody>
      </p:sp>
      <p:sp>
        <p:nvSpPr>
          <p:cNvPr id="986" name="C987"/>
          <p:cNvSpPr/>
          <p:nvPr/>
        </p:nvSpPr>
        <p:spPr>
          <a:xfrm>
            <a:off x="11612880" y="6324600"/>
            <a:ext cx="91440" cy="0"/>
          </a:xfrm>
          <a:prstGeom prst="line">
            <a:avLst/>
          </a:prstGeom>
          <a:ln w="6350">
            <a:solidFill>
              <a:srgbClr val="C9A84C">
                <a:alpha val="30000"/>
              </a:srgbClr>
            </a:solidFill>
          </a:ln>
        </p:spPr>
        <p:txBody>
          <a:bodyPr/>
          <a:lstStyle/>
          <a:p>
            <a:endParaRPr lang="en-US"/>
          </a:p>
        </p:txBody>
      </p:sp>
      <p:sp>
        <p:nvSpPr>
          <p:cNvPr id="987" name="C988"/>
          <p:cNvSpPr/>
          <p:nvPr/>
        </p:nvSpPr>
        <p:spPr>
          <a:xfrm>
            <a:off x="11658600" y="6278880"/>
            <a:ext cx="0" cy="9144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2337532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80" name="BigNum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181" name="BigNumOverline"/>
          <p:cNvSpPr txBox="1"/>
          <p:nvPr/>
        </p:nvSpPr>
        <p:spPr>
          <a:xfrm>
            <a:off x="1371600" y="1371600"/>
            <a:ext cx="9448800" cy="304800"/>
          </a:xfrm>
          <a:prstGeom prst="rect">
            <a:avLst/>
          </a:prstGeom>
          <a:noFill/>
          <a:ln>
            <a:noFill/>
          </a:ln>
        </p:spPr>
        <p:txBody>
          <a:bodyPr anchor="b"/>
          <a:lstStyle/>
          <a:p>
            <a:pPr algn="ctr">
              <a:buNone/>
            </a:pPr>
            <a:r>
              <a:rPr lang="en-US" sz="1100" spc="500" dirty="0">
                <a:solidFill>
                  <a:srgbClr val="C9A84C"/>
                </a:solidFill>
                <a:latin typeface="Georgia"/>
              </a:rPr>
              <a:t>METRIC LABEL</a:t>
            </a:r>
          </a:p>
        </p:txBody>
      </p:sp>
      <p:sp>
        <p:nvSpPr>
          <p:cNvPr id="182" name="BigNumLineTop"/>
          <p:cNvSpPr/>
          <p:nvPr/>
        </p:nvSpPr>
        <p:spPr>
          <a:xfrm>
            <a:off x="5181600" y="1752600"/>
            <a:ext cx="1828800" cy="0"/>
          </a:xfrm>
          <a:prstGeom prst="line">
            <a:avLst/>
          </a:prstGeom>
          <a:ln w="9525">
            <a:solidFill>
              <a:srgbClr val="FFD700">
                <a:alpha val="40000"/>
              </a:srgbClr>
            </a:solidFill>
          </a:ln>
        </p:spPr>
        <p:txBody>
          <a:bodyPr/>
          <a:lstStyle/>
          <a:p>
            <a:endParaRPr lang="en-US"/>
          </a:p>
        </p:txBody>
      </p:sp>
      <p:sp>
        <p:nvSpPr>
          <p:cNvPr id="183" name="BigNumber"/>
          <p:cNvSpPr txBox="1"/>
          <p:nvPr/>
        </p:nvSpPr>
        <p:spPr>
          <a:xfrm>
            <a:off x="609600" y="1905000"/>
            <a:ext cx="10972800" cy="1828800"/>
          </a:xfrm>
          <a:prstGeom prst="rect">
            <a:avLst/>
          </a:prstGeom>
          <a:noFill/>
          <a:ln>
            <a:noFill/>
          </a:ln>
        </p:spPr>
        <p:txBody>
          <a:bodyPr anchor="ctr"/>
          <a:lstStyle/>
          <a:p>
            <a:pPr algn="ctr">
              <a:buNone/>
            </a:pPr>
            <a:r>
              <a:rPr lang="en-US" sz="9600" spc="100" dirty="0">
                <a:solidFill>
                  <a:srgbClr val="FFD700"/>
                </a:solidFill>
                <a:latin typeface="Georgia"/>
              </a:rPr>
              <a:t>$100,000</a:t>
            </a:r>
          </a:p>
        </p:txBody>
      </p:sp>
      <p:sp>
        <p:nvSpPr>
          <p:cNvPr id="184" name="BigNumLineBot"/>
          <p:cNvSpPr/>
          <p:nvPr/>
        </p:nvSpPr>
        <p:spPr>
          <a:xfrm>
            <a:off x="5181600" y="3886200"/>
            <a:ext cx="1828800" cy="0"/>
          </a:xfrm>
          <a:prstGeom prst="line">
            <a:avLst/>
          </a:prstGeom>
          <a:ln w="9525">
            <a:solidFill>
              <a:srgbClr val="FFD700">
                <a:alpha val="40000"/>
              </a:srgbClr>
            </a:solidFill>
          </a:ln>
        </p:spPr>
        <p:txBody>
          <a:bodyPr/>
          <a:lstStyle/>
          <a:p>
            <a:endParaRPr lang="en-US"/>
          </a:p>
        </p:txBody>
      </p:sp>
      <p:sp>
        <p:nvSpPr>
          <p:cNvPr id="185" name="BigNumHeadline"/>
          <p:cNvSpPr txBox="1"/>
          <p:nvPr/>
        </p:nvSpPr>
        <p:spPr>
          <a:xfrm>
            <a:off x="1371600" y="4114800"/>
            <a:ext cx="9448800" cy="609600"/>
          </a:xfrm>
          <a:prstGeom prst="rect">
            <a:avLst/>
          </a:prstGeom>
          <a:noFill/>
          <a:ln>
            <a:noFill/>
          </a:ln>
        </p:spPr>
        <p:txBody>
          <a:bodyPr anchor="t"/>
          <a:lstStyle/>
          <a:p>
            <a:pPr algn="ctr">
              <a:buNone/>
            </a:pPr>
            <a:r>
              <a:rPr lang="en-US" sz="2400" dirty="0">
                <a:solidFill>
                  <a:srgbClr val="E8E4DC"/>
                </a:solidFill>
                <a:latin typeface="Georgia"/>
              </a:rPr>
              <a:t>Supporting headline or context statement</a:t>
            </a:r>
          </a:p>
        </p:txBody>
      </p:sp>
      <p:sp>
        <p:nvSpPr>
          <p:cNvPr id="186" name="BigNumDesc"/>
          <p:cNvSpPr txBox="1"/>
          <p:nvPr/>
        </p:nvSpPr>
        <p:spPr>
          <a:xfrm>
            <a:off x="2286000" y="4724400"/>
            <a:ext cx="7620000" cy="457200"/>
          </a:xfrm>
          <a:prstGeom prst="rect">
            <a:avLst/>
          </a:prstGeom>
          <a:noFill/>
          <a:ln>
            <a:noFill/>
          </a:ln>
        </p:spPr>
        <p:txBody>
          <a:bodyPr anchor="t"/>
          <a:lstStyle/>
          <a:p>
            <a:pPr algn="ctr">
              <a:buNone/>
            </a:pPr>
            <a:r>
              <a:rPr lang="en-US" sz="1600" dirty="0">
                <a:solidFill>
                  <a:srgbClr val="8A857D"/>
                </a:solidFill>
                <a:latin typeface="Georgia"/>
              </a:rPr>
              <a:t>Additional context, source, or date reference</a:t>
            </a:r>
          </a:p>
        </p:txBody>
      </p:sp>
      <p:sp>
        <p:nvSpPr>
          <p:cNvPr id="990" name="C991"/>
          <p:cNvSpPr/>
          <p:nvPr/>
        </p:nvSpPr>
        <p:spPr>
          <a:xfrm>
            <a:off x="152400" y="228600"/>
            <a:ext cx="685800" cy="0"/>
          </a:xfrm>
          <a:prstGeom prst="line">
            <a:avLst/>
          </a:prstGeom>
          <a:ln w="6350">
            <a:solidFill>
              <a:srgbClr val="C9A84C">
                <a:alpha val="30000"/>
              </a:srgbClr>
            </a:solidFill>
          </a:ln>
        </p:spPr>
        <p:txBody>
          <a:bodyPr/>
          <a:lstStyle/>
          <a:p>
            <a:endParaRPr lang="en-US"/>
          </a:p>
        </p:txBody>
      </p:sp>
      <p:sp>
        <p:nvSpPr>
          <p:cNvPr id="991" name="C992"/>
          <p:cNvSpPr/>
          <p:nvPr/>
        </p:nvSpPr>
        <p:spPr>
          <a:xfrm>
            <a:off x="228600" y="152400"/>
            <a:ext cx="0" cy="685800"/>
          </a:xfrm>
          <a:prstGeom prst="line">
            <a:avLst/>
          </a:prstGeom>
          <a:ln w="6350">
            <a:solidFill>
              <a:srgbClr val="C9A84C">
                <a:alpha val="30000"/>
              </a:srgbClr>
            </a:solidFill>
          </a:ln>
        </p:spPr>
        <p:txBody>
          <a:bodyPr/>
          <a:lstStyle/>
          <a:p>
            <a:endParaRPr lang="en-US"/>
          </a:p>
        </p:txBody>
      </p:sp>
      <p:sp>
        <p:nvSpPr>
          <p:cNvPr id="992" name="C993"/>
          <p:cNvSpPr/>
          <p:nvPr/>
        </p:nvSpPr>
        <p:spPr>
          <a:xfrm>
            <a:off x="487680" y="533400"/>
            <a:ext cx="91440" cy="0"/>
          </a:xfrm>
          <a:prstGeom prst="line">
            <a:avLst/>
          </a:prstGeom>
          <a:ln w="6350">
            <a:solidFill>
              <a:srgbClr val="C9A84C">
                <a:alpha val="30000"/>
              </a:srgbClr>
            </a:solidFill>
          </a:ln>
        </p:spPr>
        <p:txBody>
          <a:bodyPr/>
          <a:lstStyle/>
          <a:p>
            <a:endParaRPr lang="en-US"/>
          </a:p>
        </p:txBody>
      </p:sp>
      <p:sp>
        <p:nvSpPr>
          <p:cNvPr id="993" name="C994"/>
          <p:cNvSpPr/>
          <p:nvPr/>
        </p:nvSpPr>
        <p:spPr>
          <a:xfrm>
            <a:off x="533400" y="487680"/>
            <a:ext cx="0" cy="91440"/>
          </a:xfrm>
          <a:prstGeom prst="line">
            <a:avLst/>
          </a:prstGeom>
          <a:ln w="6350">
            <a:solidFill>
              <a:srgbClr val="C9A84C">
                <a:alpha val="30000"/>
              </a:srgbClr>
            </a:solidFill>
          </a:ln>
        </p:spPr>
        <p:txBody>
          <a:bodyPr/>
          <a:lstStyle/>
          <a:p>
            <a:endParaRPr lang="en-US"/>
          </a:p>
        </p:txBody>
      </p:sp>
      <p:sp>
        <p:nvSpPr>
          <p:cNvPr id="994" name="C995"/>
          <p:cNvSpPr/>
          <p:nvPr/>
        </p:nvSpPr>
        <p:spPr>
          <a:xfrm>
            <a:off x="11353800" y="6629400"/>
            <a:ext cx="685800" cy="0"/>
          </a:xfrm>
          <a:prstGeom prst="line">
            <a:avLst/>
          </a:prstGeom>
          <a:ln w="6350">
            <a:solidFill>
              <a:srgbClr val="C9A84C">
                <a:alpha val="30000"/>
              </a:srgbClr>
            </a:solidFill>
          </a:ln>
        </p:spPr>
        <p:txBody>
          <a:bodyPr/>
          <a:lstStyle/>
          <a:p>
            <a:endParaRPr lang="en-US"/>
          </a:p>
        </p:txBody>
      </p:sp>
      <p:sp>
        <p:nvSpPr>
          <p:cNvPr id="995" name="C996"/>
          <p:cNvSpPr/>
          <p:nvPr/>
        </p:nvSpPr>
        <p:spPr>
          <a:xfrm>
            <a:off x="11963400" y="6019800"/>
            <a:ext cx="0" cy="685800"/>
          </a:xfrm>
          <a:prstGeom prst="line">
            <a:avLst/>
          </a:prstGeom>
          <a:ln w="6350">
            <a:solidFill>
              <a:srgbClr val="C9A84C">
                <a:alpha val="30000"/>
              </a:srgbClr>
            </a:solidFill>
          </a:ln>
        </p:spPr>
        <p:txBody>
          <a:bodyPr/>
          <a:lstStyle/>
          <a:p>
            <a:endParaRPr lang="en-US"/>
          </a:p>
        </p:txBody>
      </p:sp>
      <p:sp>
        <p:nvSpPr>
          <p:cNvPr id="996" name="C997"/>
          <p:cNvSpPr/>
          <p:nvPr/>
        </p:nvSpPr>
        <p:spPr>
          <a:xfrm>
            <a:off x="11612880" y="6324600"/>
            <a:ext cx="91440" cy="0"/>
          </a:xfrm>
          <a:prstGeom prst="line">
            <a:avLst/>
          </a:prstGeom>
          <a:ln w="6350">
            <a:solidFill>
              <a:srgbClr val="C9A84C">
                <a:alpha val="30000"/>
              </a:srgbClr>
            </a:solidFill>
          </a:ln>
        </p:spPr>
        <p:txBody>
          <a:bodyPr/>
          <a:lstStyle/>
          <a:p>
            <a:endParaRPr lang="en-US"/>
          </a:p>
        </p:txBody>
      </p:sp>
      <p:sp>
        <p:nvSpPr>
          <p:cNvPr id="997" name="C998"/>
          <p:cNvSpPr/>
          <p:nvPr/>
        </p:nvSpPr>
        <p:spPr>
          <a:xfrm>
            <a:off x="11658600" y="6278880"/>
            <a:ext cx="0" cy="9144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3737868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190" name="Grid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Sources</a:t>
            </a:r>
          </a:p>
        </p:txBody>
      </p:sp>
      <p:sp>
        <p:nvSpPr>
          <p:cNvPr id="191" name="GridDivider"/>
          <p:cNvSpPr/>
          <p:nvPr/>
        </p:nvSpPr>
        <p:spPr>
          <a:xfrm>
            <a:off x="609600" y="1028700"/>
            <a:ext cx="1143000" cy="0"/>
          </a:xfrm>
          <a:prstGeom prst="line">
            <a:avLst/>
          </a:prstGeom>
          <a:ln w="12700">
            <a:solidFill>
              <a:srgbClr val="FFD700"/>
            </a:solidFill>
          </a:ln>
        </p:spPr>
        <p:txBody>
          <a:bodyPr/>
          <a:lstStyle/>
          <a:p>
            <a:endParaRPr lang="en-US"/>
          </a:p>
        </p:txBody>
      </p:sp>
      <p:sp>
        <p:nvSpPr>
          <p:cNvPr id="192" name="SrcCard0"/>
          <p:cNvSpPr/>
          <p:nvPr/>
        </p:nvSpPr>
        <p:spPr>
          <a:xfrm>
            <a:off x="609600" y="1295400"/>
            <a:ext cx="3556000" cy="2476500"/>
          </a:xfrm>
          <a:prstGeom prst="rect">
            <a:avLst/>
          </a:prstGeom>
          <a:solidFill>
            <a:srgbClr val="060606"/>
          </a:solidFill>
          <a:ln w="6350">
            <a:solidFill>
              <a:srgbClr val="C9A84C">
                <a:alpha val="10000"/>
              </a:srgbClr>
            </a:solidFill>
          </a:ln>
        </p:spPr>
        <p:txBody>
          <a:bodyPr anchor="ctr" anchorCtr="1"/>
          <a:lstStyle/>
          <a:p>
            <a:pPr algn="ctr">
              <a:buNone/>
            </a:pPr>
            <a:r>
              <a:rPr lang="en-US" sz="1100" spc="200" dirty="0">
                <a:solidFill>
                  <a:srgbClr val="5A5650"/>
                </a:solidFill>
                <a:latin typeface="Georgia"/>
              </a:rPr>
              <a:t>PASTE IMAGE</a:t>
            </a:r>
          </a:p>
        </p:txBody>
      </p:sp>
      <p:sp>
        <p:nvSpPr>
          <p:cNvPr id="193" name="SrcLabel0"/>
          <p:cNvSpPr txBox="1"/>
          <p:nvPr/>
        </p:nvSpPr>
        <p:spPr>
          <a:xfrm>
            <a:off x="685800" y="3467100"/>
            <a:ext cx="3403600" cy="228600"/>
          </a:xfrm>
          <a:prstGeom prst="rect">
            <a:avLst/>
          </a:prstGeom>
          <a:noFill/>
          <a:ln>
            <a:noFill/>
          </a:ln>
        </p:spPr>
        <p:txBody>
          <a:bodyPr anchor="b"/>
          <a:lstStyle/>
          <a:p>
            <a:pPr algn="l">
              <a:buNone/>
            </a:pPr>
            <a:r>
              <a:rPr lang="en-US" sz="900" spc="200" dirty="0">
                <a:solidFill>
                  <a:srgbClr val="C9A84C">
                    <a:alpha val="60000"/>
                  </a:srgbClr>
                </a:solidFill>
                <a:latin typeface="Consolas"/>
              </a:rPr>
              <a:t>SOURCE 1</a:t>
            </a:r>
          </a:p>
        </p:txBody>
      </p:sp>
      <p:sp>
        <p:nvSpPr>
          <p:cNvPr id="194" name="SrcCard1"/>
          <p:cNvSpPr/>
          <p:nvPr/>
        </p:nvSpPr>
        <p:spPr>
          <a:xfrm>
            <a:off x="4318000" y="1295400"/>
            <a:ext cx="3556000" cy="2476500"/>
          </a:xfrm>
          <a:prstGeom prst="rect">
            <a:avLst/>
          </a:prstGeom>
          <a:solidFill>
            <a:srgbClr val="060606"/>
          </a:solidFill>
          <a:ln w="6350">
            <a:solidFill>
              <a:srgbClr val="C9A84C">
                <a:alpha val="10000"/>
              </a:srgbClr>
            </a:solidFill>
          </a:ln>
        </p:spPr>
        <p:txBody>
          <a:bodyPr anchor="ctr" anchorCtr="1"/>
          <a:lstStyle/>
          <a:p>
            <a:pPr algn="ctr">
              <a:buNone/>
            </a:pPr>
            <a:r>
              <a:rPr lang="en-US" sz="1100" spc="200" dirty="0">
                <a:solidFill>
                  <a:srgbClr val="5A5650"/>
                </a:solidFill>
                <a:latin typeface="Georgia"/>
              </a:rPr>
              <a:t>PASTE IMAGE</a:t>
            </a:r>
          </a:p>
        </p:txBody>
      </p:sp>
      <p:sp>
        <p:nvSpPr>
          <p:cNvPr id="195" name="SrcLabel1"/>
          <p:cNvSpPr txBox="1"/>
          <p:nvPr/>
        </p:nvSpPr>
        <p:spPr>
          <a:xfrm>
            <a:off x="4394200" y="3467100"/>
            <a:ext cx="3403600" cy="228600"/>
          </a:xfrm>
          <a:prstGeom prst="rect">
            <a:avLst/>
          </a:prstGeom>
          <a:noFill/>
          <a:ln>
            <a:noFill/>
          </a:ln>
        </p:spPr>
        <p:txBody>
          <a:bodyPr anchor="b"/>
          <a:lstStyle/>
          <a:p>
            <a:pPr algn="l">
              <a:buNone/>
            </a:pPr>
            <a:r>
              <a:rPr lang="en-US" sz="900" spc="200" dirty="0">
                <a:solidFill>
                  <a:srgbClr val="C9A84C">
                    <a:alpha val="60000"/>
                  </a:srgbClr>
                </a:solidFill>
                <a:latin typeface="Consolas"/>
              </a:rPr>
              <a:t>SOURCE 2</a:t>
            </a:r>
          </a:p>
        </p:txBody>
      </p:sp>
      <p:sp>
        <p:nvSpPr>
          <p:cNvPr id="196" name="SrcCard2"/>
          <p:cNvSpPr/>
          <p:nvPr/>
        </p:nvSpPr>
        <p:spPr>
          <a:xfrm>
            <a:off x="8026400" y="1295400"/>
            <a:ext cx="3556000" cy="2476500"/>
          </a:xfrm>
          <a:prstGeom prst="rect">
            <a:avLst/>
          </a:prstGeom>
          <a:solidFill>
            <a:srgbClr val="060606"/>
          </a:solidFill>
          <a:ln w="6350">
            <a:solidFill>
              <a:srgbClr val="C9A84C">
                <a:alpha val="10000"/>
              </a:srgbClr>
            </a:solidFill>
          </a:ln>
        </p:spPr>
        <p:txBody>
          <a:bodyPr anchor="ctr" anchorCtr="1"/>
          <a:lstStyle/>
          <a:p>
            <a:pPr algn="ctr">
              <a:buNone/>
            </a:pPr>
            <a:r>
              <a:rPr lang="en-US" sz="1100" spc="200" dirty="0">
                <a:solidFill>
                  <a:srgbClr val="5A5650"/>
                </a:solidFill>
                <a:latin typeface="Georgia"/>
              </a:rPr>
              <a:t>PASTE IMAGE</a:t>
            </a:r>
          </a:p>
        </p:txBody>
      </p:sp>
      <p:sp>
        <p:nvSpPr>
          <p:cNvPr id="197" name="SrcLabel2"/>
          <p:cNvSpPr txBox="1"/>
          <p:nvPr/>
        </p:nvSpPr>
        <p:spPr>
          <a:xfrm>
            <a:off x="8102600" y="3467100"/>
            <a:ext cx="3403600" cy="228600"/>
          </a:xfrm>
          <a:prstGeom prst="rect">
            <a:avLst/>
          </a:prstGeom>
          <a:noFill/>
          <a:ln>
            <a:noFill/>
          </a:ln>
        </p:spPr>
        <p:txBody>
          <a:bodyPr anchor="b"/>
          <a:lstStyle/>
          <a:p>
            <a:pPr algn="l">
              <a:buNone/>
            </a:pPr>
            <a:r>
              <a:rPr lang="en-US" sz="900" spc="200" dirty="0">
                <a:solidFill>
                  <a:srgbClr val="C9A84C">
                    <a:alpha val="60000"/>
                  </a:srgbClr>
                </a:solidFill>
                <a:latin typeface="Consolas"/>
              </a:rPr>
              <a:t>SOURCE 3</a:t>
            </a:r>
          </a:p>
        </p:txBody>
      </p:sp>
      <p:sp>
        <p:nvSpPr>
          <p:cNvPr id="198" name="SrcCard3"/>
          <p:cNvSpPr/>
          <p:nvPr/>
        </p:nvSpPr>
        <p:spPr>
          <a:xfrm>
            <a:off x="609600" y="3924300"/>
            <a:ext cx="3556000" cy="2476500"/>
          </a:xfrm>
          <a:prstGeom prst="rect">
            <a:avLst/>
          </a:prstGeom>
          <a:solidFill>
            <a:srgbClr val="060606"/>
          </a:solidFill>
          <a:ln w="6350">
            <a:solidFill>
              <a:srgbClr val="C9A84C">
                <a:alpha val="10000"/>
              </a:srgbClr>
            </a:solidFill>
          </a:ln>
        </p:spPr>
        <p:txBody>
          <a:bodyPr anchor="ctr" anchorCtr="1"/>
          <a:lstStyle/>
          <a:p>
            <a:pPr algn="ctr">
              <a:buNone/>
            </a:pPr>
            <a:r>
              <a:rPr lang="en-US" sz="1100" spc="200" dirty="0">
                <a:solidFill>
                  <a:srgbClr val="5A5650"/>
                </a:solidFill>
                <a:latin typeface="Georgia"/>
              </a:rPr>
              <a:t>PASTE IMAGE</a:t>
            </a:r>
          </a:p>
        </p:txBody>
      </p:sp>
      <p:sp>
        <p:nvSpPr>
          <p:cNvPr id="199" name="SrcLabel3"/>
          <p:cNvSpPr txBox="1"/>
          <p:nvPr/>
        </p:nvSpPr>
        <p:spPr>
          <a:xfrm>
            <a:off x="685800" y="6096000"/>
            <a:ext cx="3403600" cy="228600"/>
          </a:xfrm>
          <a:prstGeom prst="rect">
            <a:avLst/>
          </a:prstGeom>
          <a:noFill/>
          <a:ln>
            <a:noFill/>
          </a:ln>
        </p:spPr>
        <p:txBody>
          <a:bodyPr anchor="b"/>
          <a:lstStyle/>
          <a:p>
            <a:pPr algn="l">
              <a:buNone/>
            </a:pPr>
            <a:r>
              <a:rPr lang="en-US" sz="900" spc="200" dirty="0">
                <a:solidFill>
                  <a:srgbClr val="C9A84C">
                    <a:alpha val="60000"/>
                  </a:srgbClr>
                </a:solidFill>
                <a:latin typeface="Consolas"/>
              </a:rPr>
              <a:t>SOURCE 4</a:t>
            </a:r>
          </a:p>
        </p:txBody>
      </p:sp>
      <p:sp>
        <p:nvSpPr>
          <p:cNvPr id="200" name="SrcCard4"/>
          <p:cNvSpPr/>
          <p:nvPr/>
        </p:nvSpPr>
        <p:spPr>
          <a:xfrm>
            <a:off x="4318000" y="3924300"/>
            <a:ext cx="3556000" cy="2476500"/>
          </a:xfrm>
          <a:prstGeom prst="rect">
            <a:avLst/>
          </a:prstGeom>
          <a:solidFill>
            <a:srgbClr val="060606"/>
          </a:solidFill>
          <a:ln w="6350">
            <a:solidFill>
              <a:srgbClr val="C9A84C">
                <a:alpha val="10000"/>
              </a:srgbClr>
            </a:solidFill>
          </a:ln>
        </p:spPr>
        <p:txBody>
          <a:bodyPr anchor="ctr" anchorCtr="1"/>
          <a:lstStyle/>
          <a:p>
            <a:pPr algn="ctr">
              <a:buNone/>
            </a:pPr>
            <a:r>
              <a:rPr lang="en-US" sz="1100" spc="200" dirty="0">
                <a:solidFill>
                  <a:srgbClr val="5A5650"/>
                </a:solidFill>
                <a:latin typeface="Georgia"/>
              </a:rPr>
              <a:t>PASTE IMAGE</a:t>
            </a:r>
          </a:p>
        </p:txBody>
      </p:sp>
      <p:sp>
        <p:nvSpPr>
          <p:cNvPr id="201" name="SrcLabel4"/>
          <p:cNvSpPr txBox="1"/>
          <p:nvPr/>
        </p:nvSpPr>
        <p:spPr>
          <a:xfrm>
            <a:off x="4394200" y="6096000"/>
            <a:ext cx="3403600" cy="228600"/>
          </a:xfrm>
          <a:prstGeom prst="rect">
            <a:avLst/>
          </a:prstGeom>
          <a:noFill/>
          <a:ln>
            <a:noFill/>
          </a:ln>
        </p:spPr>
        <p:txBody>
          <a:bodyPr anchor="b"/>
          <a:lstStyle/>
          <a:p>
            <a:pPr algn="l">
              <a:buNone/>
            </a:pPr>
            <a:r>
              <a:rPr lang="en-US" sz="900" spc="200" dirty="0">
                <a:solidFill>
                  <a:srgbClr val="C9A84C">
                    <a:alpha val="60000"/>
                  </a:srgbClr>
                </a:solidFill>
                <a:latin typeface="Consolas"/>
              </a:rPr>
              <a:t>SOURCE 5</a:t>
            </a:r>
          </a:p>
        </p:txBody>
      </p:sp>
      <p:sp>
        <p:nvSpPr>
          <p:cNvPr id="202" name="SrcCard5"/>
          <p:cNvSpPr/>
          <p:nvPr/>
        </p:nvSpPr>
        <p:spPr>
          <a:xfrm>
            <a:off x="8026400" y="3924300"/>
            <a:ext cx="3556000" cy="2476500"/>
          </a:xfrm>
          <a:prstGeom prst="rect">
            <a:avLst/>
          </a:prstGeom>
          <a:solidFill>
            <a:srgbClr val="060606"/>
          </a:solidFill>
          <a:ln w="6350">
            <a:solidFill>
              <a:srgbClr val="C9A84C">
                <a:alpha val="10000"/>
              </a:srgbClr>
            </a:solidFill>
          </a:ln>
        </p:spPr>
        <p:txBody>
          <a:bodyPr anchor="ctr" anchorCtr="1"/>
          <a:lstStyle/>
          <a:p>
            <a:pPr algn="ctr">
              <a:buNone/>
            </a:pPr>
            <a:r>
              <a:rPr lang="en-US" sz="1100" spc="200" dirty="0">
                <a:solidFill>
                  <a:srgbClr val="5A5650"/>
                </a:solidFill>
                <a:latin typeface="Georgia"/>
              </a:rPr>
              <a:t>PASTE IMAGE</a:t>
            </a:r>
          </a:p>
        </p:txBody>
      </p:sp>
      <p:sp>
        <p:nvSpPr>
          <p:cNvPr id="203" name="SrcLabel5"/>
          <p:cNvSpPr txBox="1"/>
          <p:nvPr/>
        </p:nvSpPr>
        <p:spPr>
          <a:xfrm>
            <a:off x="8102600" y="6096000"/>
            <a:ext cx="3403600" cy="228600"/>
          </a:xfrm>
          <a:prstGeom prst="rect">
            <a:avLst/>
          </a:prstGeom>
          <a:noFill/>
          <a:ln>
            <a:noFill/>
          </a:ln>
        </p:spPr>
        <p:txBody>
          <a:bodyPr anchor="b"/>
          <a:lstStyle/>
          <a:p>
            <a:pPr algn="l">
              <a:buNone/>
            </a:pPr>
            <a:r>
              <a:rPr lang="en-US" sz="900" spc="200" dirty="0">
                <a:solidFill>
                  <a:srgbClr val="C9A84C">
                    <a:alpha val="60000"/>
                  </a:srgbClr>
                </a:solidFill>
                <a:latin typeface="Consolas"/>
              </a:rPr>
              <a:t>SOURCE 6</a:t>
            </a:r>
          </a:p>
        </p:txBody>
      </p:sp>
      <p:sp>
        <p:nvSpPr>
          <p:cNvPr id="950" name="C951"/>
          <p:cNvSpPr/>
          <p:nvPr/>
        </p:nvSpPr>
        <p:spPr>
          <a:xfrm>
            <a:off x="152400" y="152400"/>
            <a:ext cx="609600" cy="0"/>
          </a:xfrm>
          <a:prstGeom prst="line">
            <a:avLst/>
          </a:prstGeom>
          <a:ln w="6350">
            <a:solidFill>
              <a:srgbClr val="C9A84C">
                <a:alpha val="30000"/>
              </a:srgbClr>
            </a:solidFill>
          </a:ln>
        </p:spPr>
        <p:txBody>
          <a:bodyPr/>
          <a:lstStyle/>
          <a:p>
            <a:endParaRPr lang="en-US"/>
          </a:p>
        </p:txBody>
      </p:sp>
      <p:sp>
        <p:nvSpPr>
          <p:cNvPr id="951" name="C952"/>
          <p:cNvSpPr/>
          <p:nvPr/>
        </p:nvSpPr>
        <p:spPr>
          <a:xfrm>
            <a:off x="152400" y="152400"/>
            <a:ext cx="0" cy="609600"/>
          </a:xfrm>
          <a:prstGeom prst="line">
            <a:avLst/>
          </a:prstGeom>
          <a:ln w="6350">
            <a:solidFill>
              <a:srgbClr val="C9A84C">
                <a:alpha val="30000"/>
              </a:srgbClr>
            </a:solidFill>
          </a:ln>
        </p:spPr>
        <p:txBody>
          <a:bodyPr/>
          <a:lstStyle/>
          <a:p>
            <a:endParaRPr lang="en-US"/>
          </a:p>
        </p:txBody>
      </p:sp>
      <p:sp>
        <p:nvSpPr>
          <p:cNvPr id="952" name="C953"/>
          <p:cNvSpPr/>
          <p:nvPr/>
        </p:nvSpPr>
        <p:spPr>
          <a:xfrm>
            <a:off x="304800" y="304800"/>
            <a:ext cx="457200" cy="0"/>
          </a:xfrm>
          <a:prstGeom prst="line">
            <a:avLst/>
          </a:prstGeom>
          <a:ln w="6350">
            <a:solidFill>
              <a:srgbClr val="C9A84C">
                <a:alpha val="30000"/>
              </a:srgbClr>
            </a:solidFill>
          </a:ln>
        </p:spPr>
        <p:txBody>
          <a:bodyPr/>
          <a:lstStyle/>
          <a:p>
            <a:endParaRPr lang="en-US"/>
          </a:p>
        </p:txBody>
      </p:sp>
      <p:sp>
        <p:nvSpPr>
          <p:cNvPr id="953" name="C954"/>
          <p:cNvSpPr/>
          <p:nvPr/>
        </p:nvSpPr>
        <p:spPr>
          <a:xfrm>
            <a:off x="304800" y="304800"/>
            <a:ext cx="0" cy="457200"/>
          </a:xfrm>
          <a:prstGeom prst="line">
            <a:avLst/>
          </a:prstGeom>
          <a:ln w="6350">
            <a:solidFill>
              <a:srgbClr val="C9A84C">
                <a:alpha val="30000"/>
              </a:srgbClr>
            </a:solidFill>
          </a:ln>
        </p:spPr>
        <p:txBody>
          <a:bodyPr/>
          <a:lstStyle/>
          <a:p>
            <a:endParaRPr lang="en-US"/>
          </a:p>
        </p:txBody>
      </p:sp>
      <p:sp>
        <p:nvSpPr>
          <p:cNvPr id="954" name="C955"/>
          <p:cNvSpPr/>
          <p:nvPr/>
        </p:nvSpPr>
        <p:spPr>
          <a:xfrm>
            <a:off x="457200" y="457200"/>
            <a:ext cx="304800" cy="0"/>
          </a:xfrm>
          <a:prstGeom prst="line">
            <a:avLst/>
          </a:prstGeom>
          <a:ln w="6350">
            <a:solidFill>
              <a:srgbClr val="C9A84C">
                <a:alpha val="30000"/>
              </a:srgbClr>
            </a:solidFill>
          </a:ln>
        </p:spPr>
        <p:txBody>
          <a:bodyPr/>
          <a:lstStyle/>
          <a:p>
            <a:endParaRPr lang="en-US"/>
          </a:p>
        </p:txBody>
      </p:sp>
      <p:sp>
        <p:nvSpPr>
          <p:cNvPr id="955" name="C956"/>
          <p:cNvSpPr/>
          <p:nvPr/>
        </p:nvSpPr>
        <p:spPr>
          <a:xfrm>
            <a:off x="457200" y="457200"/>
            <a:ext cx="0" cy="304800"/>
          </a:xfrm>
          <a:prstGeom prst="line">
            <a:avLst/>
          </a:prstGeom>
          <a:ln w="6350">
            <a:solidFill>
              <a:srgbClr val="C9A84C">
                <a:alpha val="30000"/>
              </a:srgbClr>
            </a:solidFill>
          </a:ln>
        </p:spPr>
        <p:txBody>
          <a:bodyPr/>
          <a:lstStyle/>
          <a:p>
            <a:endParaRPr lang="en-US"/>
          </a:p>
        </p:txBody>
      </p:sp>
      <p:sp>
        <p:nvSpPr>
          <p:cNvPr id="956" name="C957"/>
          <p:cNvSpPr/>
          <p:nvPr/>
        </p:nvSpPr>
        <p:spPr>
          <a:xfrm>
            <a:off x="11430000" y="6705600"/>
            <a:ext cx="609600" cy="0"/>
          </a:xfrm>
          <a:prstGeom prst="line">
            <a:avLst/>
          </a:prstGeom>
          <a:ln w="6350">
            <a:solidFill>
              <a:srgbClr val="C9A84C">
                <a:alpha val="30000"/>
              </a:srgbClr>
            </a:solidFill>
          </a:ln>
        </p:spPr>
        <p:txBody>
          <a:bodyPr/>
          <a:lstStyle/>
          <a:p>
            <a:endParaRPr lang="en-US"/>
          </a:p>
        </p:txBody>
      </p:sp>
      <p:sp>
        <p:nvSpPr>
          <p:cNvPr id="957" name="C958"/>
          <p:cNvSpPr/>
          <p:nvPr/>
        </p:nvSpPr>
        <p:spPr>
          <a:xfrm>
            <a:off x="12039600" y="6096000"/>
            <a:ext cx="0" cy="609600"/>
          </a:xfrm>
          <a:prstGeom prst="line">
            <a:avLst/>
          </a:prstGeom>
          <a:ln w="6350">
            <a:solidFill>
              <a:srgbClr val="C9A84C">
                <a:alpha val="30000"/>
              </a:srgbClr>
            </a:solidFill>
          </a:ln>
        </p:spPr>
        <p:txBody>
          <a:bodyPr/>
          <a:lstStyle/>
          <a:p>
            <a:endParaRPr lang="en-US"/>
          </a:p>
        </p:txBody>
      </p:sp>
      <p:sp>
        <p:nvSpPr>
          <p:cNvPr id="958" name="C959"/>
          <p:cNvSpPr/>
          <p:nvPr/>
        </p:nvSpPr>
        <p:spPr>
          <a:xfrm>
            <a:off x="11430000" y="6553200"/>
            <a:ext cx="457200" cy="0"/>
          </a:xfrm>
          <a:prstGeom prst="line">
            <a:avLst/>
          </a:prstGeom>
          <a:ln w="6350">
            <a:solidFill>
              <a:srgbClr val="C9A84C">
                <a:alpha val="30000"/>
              </a:srgbClr>
            </a:solidFill>
          </a:ln>
        </p:spPr>
        <p:txBody>
          <a:bodyPr/>
          <a:lstStyle/>
          <a:p>
            <a:endParaRPr lang="en-US"/>
          </a:p>
        </p:txBody>
      </p:sp>
      <p:sp>
        <p:nvSpPr>
          <p:cNvPr id="959" name="C960"/>
          <p:cNvSpPr/>
          <p:nvPr/>
        </p:nvSpPr>
        <p:spPr>
          <a:xfrm>
            <a:off x="11887200" y="6096000"/>
            <a:ext cx="0" cy="457200"/>
          </a:xfrm>
          <a:prstGeom prst="line">
            <a:avLst/>
          </a:prstGeom>
          <a:ln w="6350">
            <a:solidFill>
              <a:srgbClr val="C9A84C">
                <a:alpha val="30000"/>
              </a:srgbClr>
            </a:solidFill>
          </a:ln>
        </p:spPr>
        <p:txBody>
          <a:bodyPr/>
          <a:lstStyle/>
          <a:p>
            <a:endParaRPr lang="en-US"/>
          </a:p>
        </p:txBody>
      </p:sp>
      <p:sp>
        <p:nvSpPr>
          <p:cNvPr id="960" name="C961"/>
          <p:cNvSpPr/>
          <p:nvPr/>
        </p:nvSpPr>
        <p:spPr>
          <a:xfrm>
            <a:off x="11430000" y="6400800"/>
            <a:ext cx="304800" cy="0"/>
          </a:xfrm>
          <a:prstGeom prst="line">
            <a:avLst/>
          </a:prstGeom>
          <a:ln w="6350">
            <a:solidFill>
              <a:srgbClr val="C9A84C">
                <a:alpha val="30000"/>
              </a:srgbClr>
            </a:solidFill>
          </a:ln>
        </p:spPr>
        <p:txBody>
          <a:bodyPr/>
          <a:lstStyle/>
          <a:p>
            <a:endParaRPr lang="en-US"/>
          </a:p>
        </p:txBody>
      </p:sp>
      <p:sp>
        <p:nvSpPr>
          <p:cNvPr id="961" name="C962"/>
          <p:cNvSpPr/>
          <p:nvPr/>
        </p:nvSpPr>
        <p:spPr>
          <a:xfrm>
            <a:off x="11734800" y="6096000"/>
            <a:ext cx="0" cy="30480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1951498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00" name="Flex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201"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202"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0xAE60 3D8C F174 5B29 C0E3 7A46 2F18 D5B9 491C 8ED5 B367 0AF2</a:t>
            </a:r>
          </a:p>
        </p:txBody>
      </p:sp>
      <p:sp>
        <p:nvSpPr>
          <p:cNvPr id="950" name="C95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51" name="C95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52" name="C95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53" name="C95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54" name="D95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55" name="C95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56" name="C95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57" name="C95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58" name="C95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59" name="D96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1584645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1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211"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0xF028 5CA9 7E31 D4B6 1A83 0FC5 6247 E8DA 3B91 C7F2 0A58 4D6E</a:t>
            </a:r>
          </a:p>
        </p:txBody>
      </p:sp>
      <p:sp>
        <p:nvSpPr>
          <p:cNvPr id="212" name="TransTitle"/>
          <p:cNvSpPr txBox="1"/>
          <p:nvPr/>
        </p:nvSpPr>
        <p:spPr>
          <a:xfrm>
            <a:off x="762000" y="2286000"/>
            <a:ext cx="10972800" cy="914400"/>
          </a:xfrm>
          <a:prstGeom prst="rect">
            <a:avLst/>
          </a:prstGeom>
          <a:noFill/>
          <a:ln>
            <a:noFill/>
          </a:ln>
        </p:spPr>
        <p:txBody>
          <a:bodyPr anchor="b"/>
          <a:lstStyle/>
          <a:p>
            <a:pPr algn="l">
              <a:buNone/>
            </a:pPr>
            <a:r>
              <a:rPr lang="en-US" sz="3600" spc="50" dirty="0">
                <a:solidFill>
                  <a:srgbClr val="E8E4DC"/>
                </a:solidFill>
                <a:latin typeface="Georgia"/>
              </a:rPr>
              <a:t>Transition Title</a:t>
            </a:r>
          </a:p>
        </p:txBody>
      </p:sp>
      <p:sp>
        <p:nvSpPr>
          <p:cNvPr id="213" name="TransDivider"/>
          <p:cNvSpPr/>
          <p:nvPr/>
        </p:nvSpPr>
        <p:spPr>
          <a:xfrm>
            <a:off x="762000" y="3352800"/>
            <a:ext cx="1524000" cy="0"/>
          </a:xfrm>
          <a:prstGeom prst="line">
            <a:avLst/>
          </a:prstGeom>
          <a:ln w="12700">
            <a:solidFill>
              <a:srgbClr val="FFD700"/>
            </a:solidFill>
          </a:ln>
        </p:spPr>
        <p:txBody>
          <a:bodyPr/>
          <a:lstStyle/>
          <a:p>
            <a:endParaRPr lang="en-US"/>
          </a:p>
        </p:txBody>
      </p:sp>
      <p:sp>
        <p:nvSpPr>
          <p:cNvPr id="214" name="TransSubtitle"/>
          <p:cNvSpPr txBox="1"/>
          <p:nvPr/>
        </p:nvSpPr>
        <p:spPr>
          <a:xfrm>
            <a:off x="762000" y="3505200"/>
            <a:ext cx="8534400" cy="609600"/>
          </a:xfrm>
          <a:prstGeom prst="rect">
            <a:avLst/>
          </a:prstGeom>
          <a:noFill/>
          <a:ln>
            <a:noFill/>
          </a:ln>
        </p:spPr>
        <p:txBody>
          <a:bodyPr anchor="t"/>
          <a:lstStyle/>
          <a:p>
            <a:pPr algn="l">
              <a:buNone/>
            </a:pPr>
            <a:r>
              <a:rPr lang="en-US" sz="1800" dirty="0">
                <a:solidFill>
                  <a:srgbClr val="8A857D"/>
                </a:solidFill>
                <a:latin typeface="Georgia"/>
              </a:rPr>
              <a:t>Brief context or subtitle for this section</a:t>
            </a:r>
          </a:p>
        </p:txBody>
      </p:sp>
      <p:sp>
        <p:nvSpPr>
          <p:cNvPr id="960" name="C961"/>
          <p:cNvSpPr/>
          <p:nvPr/>
        </p:nvSpPr>
        <p:spPr>
          <a:xfrm>
            <a:off x="152400" y="152400"/>
            <a:ext cx="457200" cy="0"/>
          </a:xfrm>
          <a:prstGeom prst="line">
            <a:avLst/>
          </a:prstGeom>
          <a:ln w="6350">
            <a:solidFill>
              <a:srgbClr val="C9A84C">
                <a:alpha val="30000"/>
              </a:srgbClr>
            </a:solidFill>
          </a:ln>
        </p:spPr>
        <p:txBody>
          <a:bodyPr/>
          <a:lstStyle/>
          <a:p>
            <a:endParaRPr lang="en-US"/>
          </a:p>
        </p:txBody>
      </p:sp>
      <p:sp>
        <p:nvSpPr>
          <p:cNvPr id="961" name="C962"/>
          <p:cNvSpPr/>
          <p:nvPr/>
        </p:nvSpPr>
        <p:spPr>
          <a:xfrm>
            <a:off x="152400" y="152400"/>
            <a:ext cx="0" cy="457200"/>
          </a:xfrm>
          <a:prstGeom prst="line">
            <a:avLst/>
          </a:prstGeom>
          <a:ln w="6350">
            <a:solidFill>
              <a:srgbClr val="C9A84C">
                <a:alpha val="30000"/>
              </a:srgbClr>
            </a:solidFill>
          </a:ln>
        </p:spPr>
        <p:txBody>
          <a:bodyPr/>
          <a:lstStyle/>
          <a:p>
            <a:endParaRPr lang="en-US"/>
          </a:p>
        </p:txBody>
      </p:sp>
      <p:sp>
        <p:nvSpPr>
          <p:cNvPr id="962" name="C963"/>
          <p:cNvSpPr/>
          <p:nvPr/>
        </p:nvSpPr>
        <p:spPr>
          <a:xfrm>
            <a:off x="609600" y="152400"/>
            <a:ext cx="0" cy="76200"/>
          </a:xfrm>
          <a:prstGeom prst="line">
            <a:avLst/>
          </a:prstGeom>
          <a:ln w="6350">
            <a:solidFill>
              <a:srgbClr val="C9A84C">
                <a:alpha val="30000"/>
              </a:srgbClr>
            </a:solidFill>
          </a:ln>
        </p:spPr>
        <p:txBody>
          <a:bodyPr/>
          <a:lstStyle/>
          <a:p>
            <a:endParaRPr lang="en-US"/>
          </a:p>
        </p:txBody>
      </p:sp>
      <p:sp>
        <p:nvSpPr>
          <p:cNvPr id="963" name="C964"/>
          <p:cNvSpPr/>
          <p:nvPr/>
        </p:nvSpPr>
        <p:spPr>
          <a:xfrm>
            <a:off x="152400" y="609600"/>
            <a:ext cx="76200" cy="0"/>
          </a:xfrm>
          <a:prstGeom prst="line">
            <a:avLst/>
          </a:prstGeom>
          <a:ln w="6350">
            <a:solidFill>
              <a:srgbClr val="C9A84C">
                <a:alpha val="30000"/>
              </a:srgbClr>
            </a:solidFill>
          </a:ln>
        </p:spPr>
        <p:txBody>
          <a:bodyPr/>
          <a:lstStyle/>
          <a:p>
            <a:endParaRPr lang="en-US"/>
          </a:p>
        </p:txBody>
      </p:sp>
      <p:sp>
        <p:nvSpPr>
          <p:cNvPr id="964" name="C965"/>
          <p:cNvSpPr/>
          <p:nvPr/>
        </p:nvSpPr>
        <p:spPr>
          <a:xfrm>
            <a:off x="304800" y="304800"/>
            <a:ext cx="304800" cy="0"/>
          </a:xfrm>
          <a:prstGeom prst="line">
            <a:avLst/>
          </a:prstGeom>
          <a:ln w="6350">
            <a:solidFill>
              <a:srgbClr val="C9A84C">
                <a:alpha val="30000"/>
              </a:srgbClr>
            </a:solidFill>
          </a:ln>
        </p:spPr>
        <p:txBody>
          <a:bodyPr/>
          <a:lstStyle/>
          <a:p>
            <a:endParaRPr lang="en-US"/>
          </a:p>
        </p:txBody>
      </p:sp>
      <p:sp>
        <p:nvSpPr>
          <p:cNvPr id="965" name="C966"/>
          <p:cNvSpPr/>
          <p:nvPr/>
        </p:nvSpPr>
        <p:spPr>
          <a:xfrm>
            <a:off x="304800" y="304800"/>
            <a:ext cx="0" cy="304800"/>
          </a:xfrm>
          <a:prstGeom prst="line">
            <a:avLst/>
          </a:prstGeom>
          <a:ln w="6350">
            <a:solidFill>
              <a:srgbClr val="C9A84C">
                <a:alpha val="30000"/>
              </a:srgbClr>
            </a:solidFill>
          </a:ln>
        </p:spPr>
        <p:txBody>
          <a:bodyPr/>
          <a:lstStyle/>
          <a:p>
            <a:endParaRPr lang="en-US"/>
          </a:p>
        </p:txBody>
      </p:sp>
      <p:sp>
        <p:nvSpPr>
          <p:cNvPr id="966" name="C967"/>
          <p:cNvSpPr/>
          <p:nvPr/>
        </p:nvSpPr>
        <p:spPr>
          <a:xfrm>
            <a:off x="609600" y="304800"/>
            <a:ext cx="0" cy="76200"/>
          </a:xfrm>
          <a:prstGeom prst="line">
            <a:avLst/>
          </a:prstGeom>
          <a:ln w="6350">
            <a:solidFill>
              <a:srgbClr val="C9A84C">
                <a:alpha val="30000"/>
              </a:srgbClr>
            </a:solidFill>
          </a:ln>
        </p:spPr>
        <p:txBody>
          <a:bodyPr/>
          <a:lstStyle/>
          <a:p>
            <a:endParaRPr lang="en-US"/>
          </a:p>
        </p:txBody>
      </p:sp>
      <p:sp>
        <p:nvSpPr>
          <p:cNvPr id="967" name="C968"/>
          <p:cNvSpPr/>
          <p:nvPr/>
        </p:nvSpPr>
        <p:spPr>
          <a:xfrm>
            <a:off x="304800" y="609600"/>
            <a:ext cx="76200" cy="0"/>
          </a:xfrm>
          <a:prstGeom prst="line">
            <a:avLst/>
          </a:prstGeom>
          <a:ln w="6350">
            <a:solidFill>
              <a:srgbClr val="C9A84C">
                <a:alpha val="30000"/>
              </a:srgbClr>
            </a:solidFill>
          </a:ln>
        </p:spPr>
        <p:txBody>
          <a:bodyPr/>
          <a:lstStyle/>
          <a:p>
            <a:endParaRPr lang="en-US"/>
          </a:p>
        </p:txBody>
      </p:sp>
      <p:sp>
        <p:nvSpPr>
          <p:cNvPr id="968" name="C969"/>
          <p:cNvSpPr/>
          <p:nvPr/>
        </p:nvSpPr>
        <p:spPr>
          <a:xfrm>
            <a:off x="11582400" y="6705600"/>
            <a:ext cx="457200" cy="0"/>
          </a:xfrm>
          <a:prstGeom prst="line">
            <a:avLst/>
          </a:prstGeom>
          <a:ln w="6350">
            <a:solidFill>
              <a:srgbClr val="C9A84C">
                <a:alpha val="30000"/>
              </a:srgbClr>
            </a:solidFill>
          </a:ln>
        </p:spPr>
        <p:txBody>
          <a:bodyPr/>
          <a:lstStyle/>
          <a:p>
            <a:endParaRPr lang="en-US"/>
          </a:p>
        </p:txBody>
      </p:sp>
      <p:sp>
        <p:nvSpPr>
          <p:cNvPr id="969" name="C970"/>
          <p:cNvSpPr/>
          <p:nvPr/>
        </p:nvSpPr>
        <p:spPr>
          <a:xfrm>
            <a:off x="12039600" y="6248400"/>
            <a:ext cx="0" cy="457200"/>
          </a:xfrm>
          <a:prstGeom prst="line">
            <a:avLst/>
          </a:prstGeom>
          <a:ln w="6350">
            <a:solidFill>
              <a:srgbClr val="C9A84C">
                <a:alpha val="30000"/>
              </a:srgbClr>
            </a:solidFill>
          </a:ln>
        </p:spPr>
        <p:txBody>
          <a:bodyPr/>
          <a:lstStyle/>
          <a:p>
            <a:endParaRPr lang="en-US"/>
          </a:p>
        </p:txBody>
      </p:sp>
      <p:sp>
        <p:nvSpPr>
          <p:cNvPr id="970" name="C971"/>
          <p:cNvSpPr/>
          <p:nvPr/>
        </p:nvSpPr>
        <p:spPr>
          <a:xfrm>
            <a:off x="11582400" y="6629400"/>
            <a:ext cx="0" cy="76200"/>
          </a:xfrm>
          <a:prstGeom prst="line">
            <a:avLst/>
          </a:prstGeom>
          <a:ln w="6350">
            <a:solidFill>
              <a:srgbClr val="C9A84C">
                <a:alpha val="30000"/>
              </a:srgbClr>
            </a:solidFill>
          </a:ln>
        </p:spPr>
        <p:txBody>
          <a:bodyPr/>
          <a:lstStyle/>
          <a:p>
            <a:endParaRPr lang="en-US"/>
          </a:p>
        </p:txBody>
      </p:sp>
      <p:sp>
        <p:nvSpPr>
          <p:cNvPr id="971" name="C972"/>
          <p:cNvSpPr/>
          <p:nvPr/>
        </p:nvSpPr>
        <p:spPr>
          <a:xfrm>
            <a:off x="11963400" y="6248400"/>
            <a:ext cx="76200" cy="0"/>
          </a:xfrm>
          <a:prstGeom prst="line">
            <a:avLst/>
          </a:prstGeom>
          <a:ln w="6350">
            <a:solidFill>
              <a:srgbClr val="C9A84C">
                <a:alpha val="30000"/>
              </a:srgbClr>
            </a:solidFill>
          </a:ln>
        </p:spPr>
        <p:txBody>
          <a:bodyPr/>
          <a:lstStyle/>
          <a:p>
            <a:endParaRPr lang="en-US"/>
          </a:p>
        </p:txBody>
      </p:sp>
      <p:sp>
        <p:nvSpPr>
          <p:cNvPr id="972" name="C973"/>
          <p:cNvSpPr/>
          <p:nvPr/>
        </p:nvSpPr>
        <p:spPr>
          <a:xfrm>
            <a:off x="11582400" y="6553200"/>
            <a:ext cx="304800" cy="0"/>
          </a:xfrm>
          <a:prstGeom prst="line">
            <a:avLst/>
          </a:prstGeom>
          <a:ln w="6350">
            <a:solidFill>
              <a:srgbClr val="C9A84C">
                <a:alpha val="30000"/>
              </a:srgbClr>
            </a:solidFill>
          </a:ln>
        </p:spPr>
        <p:txBody>
          <a:bodyPr/>
          <a:lstStyle/>
          <a:p>
            <a:endParaRPr lang="en-US"/>
          </a:p>
        </p:txBody>
      </p:sp>
      <p:sp>
        <p:nvSpPr>
          <p:cNvPr id="973" name="C974"/>
          <p:cNvSpPr/>
          <p:nvPr/>
        </p:nvSpPr>
        <p:spPr>
          <a:xfrm>
            <a:off x="11887200" y="6248400"/>
            <a:ext cx="0" cy="304800"/>
          </a:xfrm>
          <a:prstGeom prst="line">
            <a:avLst/>
          </a:prstGeom>
          <a:ln w="6350">
            <a:solidFill>
              <a:srgbClr val="C9A84C">
                <a:alpha val="30000"/>
              </a:srgbClr>
            </a:solidFill>
          </a:ln>
        </p:spPr>
        <p:txBody>
          <a:bodyPr/>
          <a:lstStyle/>
          <a:p>
            <a:endParaRPr lang="en-US"/>
          </a:p>
        </p:txBody>
      </p:sp>
      <p:sp>
        <p:nvSpPr>
          <p:cNvPr id="974" name="C975"/>
          <p:cNvSpPr/>
          <p:nvPr/>
        </p:nvSpPr>
        <p:spPr>
          <a:xfrm>
            <a:off x="11582400" y="6477000"/>
            <a:ext cx="0" cy="76200"/>
          </a:xfrm>
          <a:prstGeom prst="line">
            <a:avLst/>
          </a:prstGeom>
          <a:ln w="6350">
            <a:solidFill>
              <a:srgbClr val="C9A84C">
                <a:alpha val="30000"/>
              </a:srgbClr>
            </a:solidFill>
          </a:ln>
        </p:spPr>
        <p:txBody>
          <a:bodyPr/>
          <a:lstStyle/>
          <a:p>
            <a:endParaRPr lang="en-US"/>
          </a:p>
        </p:txBody>
      </p:sp>
      <p:sp>
        <p:nvSpPr>
          <p:cNvPr id="975" name="C976"/>
          <p:cNvSpPr/>
          <p:nvPr/>
        </p:nvSpPr>
        <p:spPr>
          <a:xfrm>
            <a:off x="11811000" y="6248400"/>
            <a:ext cx="76200" cy="0"/>
          </a:xfrm>
          <a:prstGeom prst="line">
            <a:avLst/>
          </a:prstGeom>
          <a:ln w="6350">
            <a:solidFill>
              <a:srgbClr val="C9A84C">
                <a:alpha val="30000"/>
              </a:srgbClr>
            </a:solidFill>
          </a:ln>
        </p:spPr>
        <p:txBody>
          <a:bodyPr/>
          <a:lstStyle/>
          <a:p>
            <a:endParaRPr lang="en-US"/>
          </a:p>
        </p:txBody>
      </p:sp>
    </p:spTree>
    <p:extLst>
      <p:ext uri="{BB962C8B-B14F-4D97-AF65-F5344CB8AC3E}">
        <p14:creationId xmlns:p14="http://schemas.microsoft.com/office/powerpoint/2010/main" val="3921658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20" name="Icon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Icon Library</a:t>
            </a:r>
          </a:p>
        </p:txBody>
      </p:sp>
      <p:sp>
        <p:nvSpPr>
          <p:cNvPr id="221" name="IconDivider"/>
          <p:cNvSpPr/>
          <p:nvPr/>
        </p:nvSpPr>
        <p:spPr>
          <a:xfrm>
            <a:off x="609600" y="1028700"/>
            <a:ext cx="1143000" cy="0"/>
          </a:xfrm>
          <a:prstGeom prst="line">
            <a:avLst/>
          </a:prstGeom>
          <a:ln w="12700">
            <a:solidFill>
              <a:srgbClr val="FFD700"/>
            </a:solidFill>
          </a:ln>
        </p:spPr>
        <p:txBody>
          <a:bodyPr/>
          <a:lstStyle/>
          <a:p>
            <a:endParaRPr lang="en-US"/>
          </a:p>
        </p:txBody>
      </p:sp>
      <p:sp>
        <p:nvSpPr>
          <p:cNvPr id="222" name="IconLabel0"/>
          <p:cNvSpPr txBox="1"/>
          <p:nvPr/>
        </p:nvSpPr>
        <p:spPr>
          <a:xfrm>
            <a:off x="609600" y="2438400"/>
            <a:ext cx="2743200" cy="304800"/>
          </a:xfrm>
          <a:prstGeom prst="rect">
            <a:avLst/>
          </a:prstGeom>
          <a:noFill/>
          <a:ln>
            <a:noFill/>
          </a:ln>
        </p:spPr>
        <p:txBody>
          <a:bodyPr anchor="t"/>
          <a:lstStyle/>
          <a:p>
            <a:pPr algn="ctr">
              <a:buNone/>
            </a:pPr>
            <a:r>
              <a:rPr lang="en-US" sz="900" spc="300" dirty="0">
                <a:solidFill>
                  <a:srgbClr val="8A857D"/>
                </a:solidFill>
                <a:latin typeface="Consolas"/>
              </a:rPr>
              <a:t>GROWTH</a:t>
            </a:r>
          </a:p>
        </p:txBody>
      </p:sp>
      <p:sp>
        <p:nvSpPr>
          <p:cNvPr id="223" name="IconLabel1"/>
          <p:cNvSpPr txBox="1"/>
          <p:nvPr/>
        </p:nvSpPr>
        <p:spPr>
          <a:xfrm>
            <a:off x="3352800" y="2438400"/>
            <a:ext cx="2743200" cy="304800"/>
          </a:xfrm>
          <a:prstGeom prst="rect">
            <a:avLst/>
          </a:prstGeom>
          <a:noFill/>
          <a:ln>
            <a:noFill/>
          </a:ln>
        </p:spPr>
        <p:txBody>
          <a:bodyPr anchor="t"/>
          <a:lstStyle/>
          <a:p>
            <a:pPr algn="ctr">
              <a:buNone/>
            </a:pPr>
            <a:r>
              <a:rPr lang="en-US" sz="900" spc="300" dirty="0">
                <a:solidFill>
                  <a:srgbClr val="8A857D"/>
                </a:solidFill>
                <a:latin typeface="Consolas"/>
              </a:rPr>
              <a:t>TEAM</a:t>
            </a:r>
          </a:p>
        </p:txBody>
      </p:sp>
      <p:sp>
        <p:nvSpPr>
          <p:cNvPr id="224" name="IconLabel2"/>
          <p:cNvSpPr txBox="1"/>
          <p:nvPr/>
        </p:nvSpPr>
        <p:spPr>
          <a:xfrm>
            <a:off x="6096000" y="2438400"/>
            <a:ext cx="2743200" cy="304800"/>
          </a:xfrm>
          <a:prstGeom prst="rect">
            <a:avLst/>
          </a:prstGeom>
          <a:noFill/>
          <a:ln>
            <a:noFill/>
          </a:ln>
        </p:spPr>
        <p:txBody>
          <a:bodyPr anchor="t"/>
          <a:lstStyle/>
          <a:p>
            <a:pPr algn="ctr">
              <a:buNone/>
            </a:pPr>
            <a:r>
              <a:rPr lang="en-US" sz="900" spc="300" dirty="0">
                <a:solidFill>
                  <a:srgbClr val="8A857D"/>
                </a:solidFill>
                <a:latin typeface="Consolas"/>
              </a:rPr>
              <a:t>TARGET</a:t>
            </a:r>
          </a:p>
        </p:txBody>
      </p:sp>
      <p:sp>
        <p:nvSpPr>
          <p:cNvPr id="225" name="IconLabel3"/>
          <p:cNvSpPr txBox="1"/>
          <p:nvPr/>
        </p:nvSpPr>
        <p:spPr>
          <a:xfrm>
            <a:off x="8839200" y="2438400"/>
            <a:ext cx="2743200" cy="304800"/>
          </a:xfrm>
          <a:prstGeom prst="rect">
            <a:avLst/>
          </a:prstGeom>
          <a:noFill/>
          <a:ln>
            <a:noFill/>
          </a:ln>
        </p:spPr>
        <p:txBody>
          <a:bodyPr anchor="t"/>
          <a:lstStyle/>
          <a:p>
            <a:pPr algn="ctr">
              <a:buNone/>
            </a:pPr>
            <a:r>
              <a:rPr lang="en-US" sz="900" spc="300" dirty="0">
                <a:solidFill>
                  <a:srgbClr val="8A857D"/>
                </a:solidFill>
                <a:latin typeface="Consolas"/>
              </a:rPr>
              <a:t>IDEA</a:t>
            </a:r>
          </a:p>
        </p:txBody>
      </p:sp>
      <p:sp>
        <p:nvSpPr>
          <p:cNvPr id="226" name="IconLabel4"/>
          <p:cNvSpPr txBox="1"/>
          <p:nvPr/>
        </p:nvSpPr>
        <p:spPr>
          <a:xfrm>
            <a:off x="609600" y="4191000"/>
            <a:ext cx="2743200" cy="304800"/>
          </a:xfrm>
          <a:prstGeom prst="rect">
            <a:avLst/>
          </a:prstGeom>
          <a:noFill/>
          <a:ln>
            <a:noFill/>
          </a:ln>
        </p:spPr>
        <p:txBody>
          <a:bodyPr anchor="t"/>
          <a:lstStyle/>
          <a:p>
            <a:pPr algn="ctr">
              <a:buNone/>
            </a:pPr>
            <a:r>
              <a:rPr lang="en-US" sz="900" spc="300" dirty="0">
                <a:solidFill>
                  <a:srgbClr val="8A857D"/>
                </a:solidFill>
                <a:latin typeface="Consolas"/>
              </a:rPr>
              <a:t>TIME</a:t>
            </a:r>
          </a:p>
        </p:txBody>
      </p:sp>
      <p:sp>
        <p:nvSpPr>
          <p:cNvPr id="227" name="IconLabel5"/>
          <p:cNvSpPr txBox="1"/>
          <p:nvPr/>
        </p:nvSpPr>
        <p:spPr>
          <a:xfrm>
            <a:off x="3352800" y="4191000"/>
            <a:ext cx="2743200" cy="304800"/>
          </a:xfrm>
          <a:prstGeom prst="rect">
            <a:avLst/>
          </a:prstGeom>
          <a:noFill/>
          <a:ln>
            <a:noFill/>
          </a:ln>
        </p:spPr>
        <p:txBody>
          <a:bodyPr anchor="t"/>
          <a:lstStyle/>
          <a:p>
            <a:pPr algn="ctr">
              <a:buNone/>
            </a:pPr>
            <a:r>
              <a:rPr lang="en-US" sz="900" spc="300" dirty="0">
                <a:solidFill>
                  <a:srgbClr val="8A857D"/>
                </a:solidFill>
                <a:latin typeface="Consolas"/>
              </a:rPr>
              <a:t>WARNING</a:t>
            </a:r>
          </a:p>
        </p:txBody>
      </p:sp>
      <p:sp>
        <p:nvSpPr>
          <p:cNvPr id="228" name="IconLabel6"/>
          <p:cNvSpPr txBox="1"/>
          <p:nvPr/>
        </p:nvSpPr>
        <p:spPr>
          <a:xfrm>
            <a:off x="6096000" y="4191000"/>
            <a:ext cx="2743200" cy="304800"/>
          </a:xfrm>
          <a:prstGeom prst="rect">
            <a:avLst/>
          </a:prstGeom>
          <a:noFill/>
          <a:ln>
            <a:noFill/>
          </a:ln>
        </p:spPr>
        <p:txBody>
          <a:bodyPr anchor="t"/>
          <a:lstStyle/>
          <a:p>
            <a:pPr algn="ctr">
              <a:buNone/>
            </a:pPr>
            <a:r>
              <a:rPr lang="en-US" sz="900" spc="300" dirty="0">
                <a:solidFill>
                  <a:srgbClr val="8A857D"/>
                </a:solidFill>
                <a:latin typeface="Consolas"/>
              </a:rPr>
              <a:t>DOLLAR</a:t>
            </a:r>
          </a:p>
        </p:txBody>
      </p:sp>
      <p:sp>
        <p:nvSpPr>
          <p:cNvPr id="229" name="IconLabel7"/>
          <p:cNvSpPr txBox="1"/>
          <p:nvPr/>
        </p:nvSpPr>
        <p:spPr>
          <a:xfrm>
            <a:off x="8839200" y="4191000"/>
            <a:ext cx="2743200" cy="304800"/>
          </a:xfrm>
          <a:prstGeom prst="rect">
            <a:avLst/>
          </a:prstGeom>
          <a:noFill/>
          <a:ln>
            <a:noFill/>
          </a:ln>
        </p:spPr>
        <p:txBody>
          <a:bodyPr anchor="t"/>
          <a:lstStyle/>
          <a:p>
            <a:pPr algn="ctr">
              <a:buNone/>
            </a:pPr>
            <a:r>
              <a:rPr lang="en-US" sz="900" spc="300" dirty="0">
                <a:solidFill>
                  <a:srgbClr val="8A857D"/>
                </a:solidFill>
                <a:latin typeface="Consolas"/>
              </a:rPr>
              <a:t>STAR</a:t>
            </a:r>
          </a:p>
        </p:txBody>
      </p:sp>
      <p:sp>
        <p:nvSpPr>
          <p:cNvPr id="230" name="IconLabel8"/>
          <p:cNvSpPr txBox="1"/>
          <p:nvPr/>
        </p:nvSpPr>
        <p:spPr>
          <a:xfrm>
            <a:off x="609600" y="5943600"/>
            <a:ext cx="2743200" cy="304800"/>
          </a:xfrm>
          <a:prstGeom prst="rect">
            <a:avLst/>
          </a:prstGeom>
          <a:noFill/>
          <a:ln>
            <a:noFill/>
          </a:ln>
        </p:spPr>
        <p:txBody>
          <a:bodyPr anchor="t"/>
          <a:lstStyle/>
          <a:p>
            <a:pPr algn="ctr">
              <a:buNone/>
            </a:pPr>
            <a:r>
              <a:rPr lang="en-US" sz="900" spc="300" dirty="0">
                <a:solidFill>
                  <a:srgbClr val="8A857D"/>
                </a:solidFill>
                <a:latin typeface="Consolas"/>
              </a:rPr>
              <a:t>SECURITY</a:t>
            </a:r>
          </a:p>
        </p:txBody>
      </p:sp>
      <p:sp>
        <p:nvSpPr>
          <p:cNvPr id="231" name="IconLabel9"/>
          <p:cNvSpPr txBox="1"/>
          <p:nvPr/>
        </p:nvSpPr>
        <p:spPr>
          <a:xfrm>
            <a:off x="3352800" y="5943600"/>
            <a:ext cx="2743200" cy="304800"/>
          </a:xfrm>
          <a:prstGeom prst="rect">
            <a:avLst/>
          </a:prstGeom>
          <a:noFill/>
          <a:ln>
            <a:noFill/>
          </a:ln>
        </p:spPr>
        <p:txBody>
          <a:bodyPr anchor="t"/>
          <a:lstStyle/>
          <a:p>
            <a:pPr algn="ctr">
              <a:buNone/>
            </a:pPr>
            <a:r>
              <a:rPr lang="en-US" sz="900" spc="300" dirty="0">
                <a:solidFill>
                  <a:srgbClr val="8A857D"/>
                </a:solidFill>
                <a:latin typeface="Consolas"/>
              </a:rPr>
              <a:t>LIGHTNING</a:t>
            </a:r>
          </a:p>
        </p:txBody>
      </p:sp>
      <p:sp>
        <p:nvSpPr>
          <p:cNvPr id="232" name="IconLabel10"/>
          <p:cNvSpPr txBox="1"/>
          <p:nvPr/>
        </p:nvSpPr>
        <p:spPr>
          <a:xfrm>
            <a:off x="6096000" y="5943600"/>
            <a:ext cx="2743200" cy="304800"/>
          </a:xfrm>
          <a:prstGeom prst="rect">
            <a:avLst/>
          </a:prstGeom>
          <a:noFill/>
          <a:ln>
            <a:noFill/>
          </a:ln>
        </p:spPr>
        <p:txBody>
          <a:bodyPr anchor="t"/>
          <a:lstStyle/>
          <a:p>
            <a:pPr algn="ctr">
              <a:buNone/>
            </a:pPr>
            <a:r>
              <a:rPr lang="en-US" sz="900" spc="300" dirty="0">
                <a:solidFill>
                  <a:srgbClr val="8A857D"/>
                </a:solidFill>
                <a:latin typeface="Consolas"/>
              </a:rPr>
              <a:t>LINK</a:t>
            </a:r>
          </a:p>
        </p:txBody>
      </p:sp>
      <p:sp>
        <p:nvSpPr>
          <p:cNvPr id="233" name="IconLabel11"/>
          <p:cNvSpPr txBox="1"/>
          <p:nvPr/>
        </p:nvSpPr>
        <p:spPr>
          <a:xfrm>
            <a:off x="8839200" y="5943600"/>
            <a:ext cx="2743200" cy="304800"/>
          </a:xfrm>
          <a:prstGeom prst="rect">
            <a:avLst/>
          </a:prstGeom>
          <a:noFill/>
          <a:ln>
            <a:noFill/>
          </a:ln>
        </p:spPr>
        <p:txBody>
          <a:bodyPr anchor="t"/>
          <a:lstStyle/>
          <a:p>
            <a:pPr algn="ctr">
              <a:buNone/>
            </a:pPr>
            <a:r>
              <a:rPr lang="en-US" sz="900" spc="300" dirty="0">
                <a:solidFill>
                  <a:srgbClr val="8A857D"/>
                </a:solidFill>
                <a:latin typeface="Consolas"/>
              </a:rPr>
              <a:t>SETTINGS</a:t>
            </a:r>
          </a:p>
        </p:txBody>
      </p:sp>
      <p:sp>
        <p:nvSpPr>
          <p:cNvPr id="24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241"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0x72D9 0B5E A183 C4F6 3E07 8D2A 6F15 B4C8 AE60 3D8C F174 5B29</a:t>
            </a:r>
          </a:p>
        </p:txBody>
      </p:sp>
      <p:sp>
        <p:nvSpPr>
          <p:cNvPr id="950" name="C951"/>
          <p:cNvSpPr/>
          <p:nvPr/>
        </p:nvSpPr>
        <p:spPr>
          <a:xfrm>
            <a:off x="152400" y="152400"/>
            <a:ext cx="609600" cy="0"/>
          </a:xfrm>
          <a:prstGeom prst="line">
            <a:avLst/>
          </a:prstGeom>
          <a:ln w="6350">
            <a:solidFill>
              <a:srgbClr val="C9A84C">
                <a:alpha val="30000"/>
              </a:srgbClr>
            </a:solidFill>
          </a:ln>
        </p:spPr>
        <p:txBody>
          <a:bodyPr/>
          <a:lstStyle/>
          <a:p>
            <a:endParaRPr lang="en-US"/>
          </a:p>
        </p:txBody>
      </p:sp>
      <p:sp>
        <p:nvSpPr>
          <p:cNvPr id="951" name="C952"/>
          <p:cNvSpPr/>
          <p:nvPr/>
        </p:nvSpPr>
        <p:spPr>
          <a:xfrm>
            <a:off x="152400" y="152400"/>
            <a:ext cx="0" cy="609600"/>
          </a:xfrm>
          <a:prstGeom prst="line">
            <a:avLst/>
          </a:prstGeom>
          <a:ln w="6350">
            <a:solidFill>
              <a:srgbClr val="C9A84C">
                <a:alpha val="30000"/>
              </a:srgbClr>
            </a:solidFill>
          </a:ln>
        </p:spPr>
        <p:txBody>
          <a:bodyPr/>
          <a:lstStyle/>
          <a:p>
            <a:endParaRPr lang="en-US"/>
          </a:p>
        </p:txBody>
      </p:sp>
      <p:sp>
        <p:nvSpPr>
          <p:cNvPr id="952" name="C953"/>
          <p:cNvSpPr/>
          <p:nvPr/>
        </p:nvSpPr>
        <p:spPr>
          <a:xfrm>
            <a:off x="11430000" y="6705600"/>
            <a:ext cx="609600" cy="0"/>
          </a:xfrm>
          <a:prstGeom prst="line">
            <a:avLst/>
          </a:prstGeom>
          <a:ln w="6350">
            <a:solidFill>
              <a:srgbClr val="C9A84C">
                <a:alpha val="30000"/>
              </a:srgbClr>
            </a:solidFill>
          </a:ln>
        </p:spPr>
        <p:txBody>
          <a:bodyPr/>
          <a:lstStyle/>
          <a:p>
            <a:endParaRPr lang="en-US"/>
          </a:p>
        </p:txBody>
      </p:sp>
      <p:sp>
        <p:nvSpPr>
          <p:cNvPr id="953" name="C954"/>
          <p:cNvSpPr/>
          <p:nvPr/>
        </p:nvSpPr>
        <p:spPr>
          <a:xfrm>
            <a:off x="12039600" y="6096000"/>
            <a:ext cx="0" cy="609600"/>
          </a:xfrm>
          <a:prstGeom prst="line">
            <a:avLst/>
          </a:prstGeom>
          <a:ln w="6350">
            <a:solidFill>
              <a:srgbClr val="C9A84C">
                <a:alpha val="30000"/>
              </a:srgbClr>
            </a:solidFill>
          </a:ln>
        </p:spPr>
        <p:txBody>
          <a:bodyPr/>
          <a:lstStyle/>
          <a:p>
            <a:endParaRPr lang="en-US"/>
          </a:p>
        </p:txBody>
      </p:sp>
      <p:sp>
        <p:nvSpPr>
          <p:cNvPr id="954" name="C955"/>
          <p:cNvSpPr/>
          <p:nvPr/>
        </p:nvSpPr>
        <p:spPr>
          <a:xfrm>
            <a:off x="304800" y="304800"/>
            <a:ext cx="457200" cy="0"/>
          </a:xfrm>
          <a:prstGeom prst="line">
            <a:avLst/>
          </a:prstGeom>
          <a:ln w="6350">
            <a:solidFill>
              <a:srgbClr val="C9A84C">
                <a:alpha val="30000"/>
              </a:srgbClr>
            </a:solidFill>
          </a:ln>
        </p:spPr>
        <p:txBody>
          <a:bodyPr/>
          <a:lstStyle/>
          <a:p>
            <a:endParaRPr lang="en-US"/>
          </a:p>
        </p:txBody>
      </p:sp>
      <p:sp>
        <p:nvSpPr>
          <p:cNvPr id="955" name="C956"/>
          <p:cNvSpPr/>
          <p:nvPr/>
        </p:nvSpPr>
        <p:spPr>
          <a:xfrm>
            <a:off x="304800" y="304800"/>
            <a:ext cx="0" cy="457200"/>
          </a:xfrm>
          <a:prstGeom prst="line">
            <a:avLst/>
          </a:prstGeom>
          <a:ln w="6350">
            <a:solidFill>
              <a:srgbClr val="C9A84C">
                <a:alpha val="30000"/>
              </a:srgbClr>
            </a:solidFill>
          </a:ln>
        </p:spPr>
        <p:txBody>
          <a:bodyPr/>
          <a:lstStyle/>
          <a:p>
            <a:endParaRPr lang="en-US"/>
          </a:p>
        </p:txBody>
      </p:sp>
      <p:sp>
        <p:nvSpPr>
          <p:cNvPr id="956" name="C957"/>
          <p:cNvSpPr/>
          <p:nvPr/>
        </p:nvSpPr>
        <p:spPr>
          <a:xfrm>
            <a:off x="11430000" y="6553200"/>
            <a:ext cx="457200" cy="0"/>
          </a:xfrm>
          <a:prstGeom prst="line">
            <a:avLst/>
          </a:prstGeom>
          <a:ln w="6350">
            <a:solidFill>
              <a:srgbClr val="C9A84C">
                <a:alpha val="30000"/>
              </a:srgbClr>
            </a:solidFill>
          </a:ln>
        </p:spPr>
        <p:txBody>
          <a:bodyPr/>
          <a:lstStyle/>
          <a:p>
            <a:endParaRPr lang="en-US"/>
          </a:p>
        </p:txBody>
      </p:sp>
      <p:sp>
        <p:nvSpPr>
          <p:cNvPr id="957" name="C958"/>
          <p:cNvSpPr/>
          <p:nvPr/>
        </p:nvSpPr>
        <p:spPr>
          <a:xfrm>
            <a:off x="11887200" y="6096000"/>
            <a:ext cx="0" cy="457200"/>
          </a:xfrm>
          <a:prstGeom prst="line">
            <a:avLst/>
          </a:prstGeom>
          <a:ln w="6350">
            <a:solidFill>
              <a:srgbClr val="C9A84C">
                <a:alpha val="30000"/>
              </a:srgbClr>
            </a:solidFill>
          </a:ln>
        </p:spPr>
        <p:txBody>
          <a:bodyPr/>
          <a:lstStyle/>
          <a:p>
            <a:endParaRPr lang="en-US"/>
          </a:p>
        </p:txBody>
      </p:sp>
      <p:sp>
        <p:nvSpPr>
          <p:cNvPr id="958" name="C959"/>
          <p:cNvSpPr/>
          <p:nvPr/>
        </p:nvSpPr>
        <p:spPr>
          <a:xfrm>
            <a:off x="457200" y="457200"/>
            <a:ext cx="304800" cy="0"/>
          </a:xfrm>
          <a:prstGeom prst="line">
            <a:avLst/>
          </a:prstGeom>
          <a:ln w="6350">
            <a:solidFill>
              <a:srgbClr val="C9A84C">
                <a:alpha val="30000"/>
              </a:srgbClr>
            </a:solidFill>
          </a:ln>
        </p:spPr>
        <p:txBody>
          <a:bodyPr/>
          <a:lstStyle/>
          <a:p>
            <a:endParaRPr lang="en-US"/>
          </a:p>
        </p:txBody>
      </p:sp>
      <p:sp>
        <p:nvSpPr>
          <p:cNvPr id="959" name="C960"/>
          <p:cNvSpPr/>
          <p:nvPr/>
        </p:nvSpPr>
        <p:spPr>
          <a:xfrm>
            <a:off x="457200" y="457200"/>
            <a:ext cx="0" cy="304800"/>
          </a:xfrm>
          <a:prstGeom prst="line">
            <a:avLst/>
          </a:prstGeom>
          <a:ln w="6350">
            <a:solidFill>
              <a:srgbClr val="C9A84C">
                <a:alpha val="30000"/>
              </a:srgbClr>
            </a:solidFill>
          </a:ln>
        </p:spPr>
        <p:txBody>
          <a:bodyPr/>
          <a:lstStyle/>
          <a:p>
            <a:endParaRPr lang="en-US"/>
          </a:p>
        </p:txBody>
      </p:sp>
      <p:sp>
        <p:nvSpPr>
          <p:cNvPr id="960" name="C961"/>
          <p:cNvSpPr/>
          <p:nvPr/>
        </p:nvSpPr>
        <p:spPr>
          <a:xfrm>
            <a:off x="11430000" y="6400800"/>
            <a:ext cx="304800" cy="0"/>
          </a:xfrm>
          <a:prstGeom prst="line">
            <a:avLst/>
          </a:prstGeom>
          <a:ln w="6350">
            <a:solidFill>
              <a:srgbClr val="C9A84C">
                <a:alpha val="30000"/>
              </a:srgbClr>
            </a:solidFill>
          </a:ln>
        </p:spPr>
        <p:txBody>
          <a:bodyPr/>
          <a:lstStyle/>
          <a:p>
            <a:endParaRPr lang="en-US"/>
          </a:p>
        </p:txBody>
      </p:sp>
      <p:sp>
        <p:nvSpPr>
          <p:cNvPr id="961" name="C962"/>
          <p:cNvSpPr/>
          <p:nvPr/>
        </p:nvSpPr>
        <p:spPr>
          <a:xfrm>
            <a:off x="11734800" y="6096000"/>
            <a:ext cx="0" cy="304800"/>
          </a:xfrm>
          <a:prstGeom prst="line">
            <a:avLst/>
          </a:prstGeom>
          <a:ln w="6350">
            <a:solidFill>
              <a:srgbClr val="C9A84C">
                <a:alpha val="30000"/>
              </a:srgbClr>
            </a:solidFill>
          </a:ln>
        </p:spPr>
        <p:txBody>
          <a:bodyPr/>
          <a:lstStyle/>
          <a:p>
            <a:endParaRPr lang="en-US"/>
          </a:p>
        </p:txBody>
      </p:sp>
      <p:pic>
        <p:nvPicPr>
          <p:cNvPr id="962" name="Graphic 962" descr="Growth trend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51000" y="1651000"/>
            <a:ext cx="609600" cy="609600"/>
          </a:xfrm>
          <a:prstGeom prst="rect">
            <a:avLst/>
          </a:prstGeom>
        </p:spPr>
      </p:pic>
      <p:pic>
        <p:nvPicPr>
          <p:cNvPr id="963" name="Graphic 963" descr="Team ico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94200" y="1651000"/>
            <a:ext cx="609600" cy="609600"/>
          </a:xfrm>
          <a:prstGeom prst="rect">
            <a:avLst/>
          </a:prstGeom>
        </p:spPr>
      </p:pic>
      <p:pic>
        <p:nvPicPr>
          <p:cNvPr id="964" name="Graphic 964" descr="Target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37400" y="1651000"/>
            <a:ext cx="609600" cy="609600"/>
          </a:xfrm>
          <a:prstGeom prst="rect">
            <a:avLst/>
          </a:prstGeom>
        </p:spPr>
      </p:pic>
      <p:pic>
        <p:nvPicPr>
          <p:cNvPr id="965" name="Graphic 965" descr="Idea icon"/>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80600" y="1651000"/>
            <a:ext cx="609600" cy="609600"/>
          </a:xfrm>
          <a:prstGeom prst="rect">
            <a:avLst/>
          </a:prstGeom>
        </p:spPr>
      </p:pic>
      <p:pic>
        <p:nvPicPr>
          <p:cNvPr id="966" name="Graphic 966" descr="Time icon"/>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651000" y="3403600"/>
            <a:ext cx="609600" cy="609600"/>
          </a:xfrm>
          <a:prstGeom prst="rect">
            <a:avLst/>
          </a:prstGeom>
        </p:spPr>
      </p:pic>
      <p:pic>
        <p:nvPicPr>
          <p:cNvPr id="967" name="Graphic 967" descr="Warning icon"/>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394200" y="3403600"/>
            <a:ext cx="609600" cy="609600"/>
          </a:xfrm>
          <a:prstGeom prst="rect">
            <a:avLst/>
          </a:prstGeom>
        </p:spPr>
      </p:pic>
      <p:pic>
        <p:nvPicPr>
          <p:cNvPr id="968" name="Graphic 968" descr="Dollar icon"/>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137400" y="3403600"/>
            <a:ext cx="609600" cy="609600"/>
          </a:xfrm>
          <a:prstGeom prst="rect">
            <a:avLst/>
          </a:prstGeom>
        </p:spPr>
      </p:pic>
      <p:pic>
        <p:nvPicPr>
          <p:cNvPr id="969" name="Graphic 969" descr="Star icon"/>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880600" y="3403600"/>
            <a:ext cx="609600" cy="609600"/>
          </a:xfrm>
          <a:prstGeom prst="rect">
            <a:avLst/>
          </a:prstGeom>
        </p:spPr>
      </p:pic>
      <p:pic>
        <p:nvPicPr>
          <p:cNvPr id="970" name="Graphic 970" descr="Security icon"/>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651000" y="5156200"/>
            <a:ext cx="609600" cy="609600"/>
          </a:xfrm>
          <a:prstGeom prst="rect">
            <a:avLst/>
          </a:prstGeom>
        </p:spPr>
      </p:pic>
      <p:pic>
        <p:nvPicPr>
          <p:cNvPr id="971" name="Graphic 971" descr="Lightning icon"/>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4394200" y="5156200"/>
            <a:ext cx="609600" cy="609600"/>
          </a:xfrm>
          <a:prstGeom prst="rect">
            <a:avLst/>
          </a:prstGeom>
        </p:spPr>
      </p:pic>
      <p:pic>
        <p:nvPicPr>
          <p:cNvPr id="972" name="Graphic 972" descr="Link icon"/>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137400" y="5156200"/>
            <a:ext cx="609600" cy="609600"/>
          </a:xfrm>
          <a:prstGeom prst="rect">
            <a:avLst/>
          </a:prstGeom>
        </p:spPr>
      </p:pic>
      <p:pic>
        <p:nvPicPr>
          <p:cNvPr id="973" name="Graphic 973" descr="Settings icon"/>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880600" y="5156200"/>
            <a:ext cx="609600" cy="609600"/>
          </a:xfrm>
          <a:prstGeom prst="rect">
            <a:avLst/>
          </a:prstGeom>
        </p:spPr>
      </p:pic>
    </p:spTree>
    <p:extLst>
      <p:ext uri="{BB962C8B-B14F-4D97-AF65-F5344CB8AC3E}">
        <p14:creationId xmlns:p14="http://schemas.microsoft.com/office/powerpoint/2010/main" val="3163888315"/>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16"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10" name="Overline"/>
          <p:cNvSpPr txBox="1"/>
          <p:nvPr/>
        </p:nvSpPr>
        <p:spPr>
          <a:xfrm>
            <a:off x="1828800" y="1371600"/>
            <a:ext cx="8534400" cy="304800"/>
          </a:xfrm>
          <a:prstGeom prst="rect">
            <a:avLst/>
          </a:prstGeom>
          <a:noFill/>
          <a:ln>
            <a:noFill/>
          </a:ln>
        </p:spPr>
        <p:txBody>
          <a:bodyPr anchor="ctr" anchorCtr="0"/>
          <a:lstStyle/>
          <a:p>
            <a:pPr algn="ctr">
              <a:buNone/>
            </a:pPr>
            <a:r>
              <a:rPr lang="en-US" sz="1100" spc="600" dirty="0">
                <a:solidFill>
                  <a:srgbClr val="C9A84C"/>
                </a:solidFill>
                <a:latin typeface="Georgia"/>
              </a:rPr>
              <a:t>THE BITCOIN BREAKDOWN PRESENTS</a:t>
            </a:r>
          </a:p>
        </p:txBody>
      </p:sp>
      <p:sp>
        <p:nvSpPr>
          <p:cNvPr id="11" name="Divider1"/>
          <p:cNvSpPr/>
          <p:nvPr/>
        </p:nvSpPr>
        <p:spPr>
          <a:xfrm>
            <a:off x="5334000" y="1752600"/>
            <a:ext cx="1524000" cy="0"/>
          </a:xfrm>
          <a:prstGeom prst="line">
            <a:avLst/>
          </a:prstGeom>
          <a:ln w="12700">
            <a:solidFill>
              <a:srgbClr val="FFD700"/>
            </a:solidFill>
          </a:ln>
        </p:spPr>
        <p:txBody>
          <a:bodyPr/>
          <a:lstStyle/>
          <a:p>
            <a:endParaRPr lang="en-US"/>
          </a:p>
        </p:txBody>
      </p:sp>
      <p:sp>
        <p:nvSpPr>
          <p:cNvPr id="12" name="MainTitle"/>
          <p:cNvSpPr txBox="1"/>
          <p:nvPr/>
        </p:nvSpPr>
        <p:spPr>
          <a:xfrm>
            <a:off x="914400" y="1905000"/>
            <a:ext cx="10363200" cy="1143000"/>
          </a:xfrm>
          <a:prstGeom prst="rect">
            <a:avLst/>
          </a:prstGeom>
          <a:noFill/>
          <a:ln>
            <a:noFill/>
          </a:ln>
        </p:spPr>
        <p:txBody>
          <a:bodyPr anchor="ctr" anchorCtr="0"/>
          <a:lstStyle/>
          <a:p>
            <a:pPr algn="ctr">
              <a:buNone/>
            </a:pPr>
            <a:r>
              <a:rPr lang="en-US" sz="4400" spc="100" dirty="0">
                <a:solidFill>
                  <a:srgbClr val="E8E4DC"/>
                </a:solidFill>
                <a:latin typeface="Georgia"/>
              </a:rPr>
              <a:t>Your Agent Control Center</a:t>
            </a:r>
          </a:p>
        </p:txBody>
      </p:sp>
      <p:sp>
        <p:nvSpPr>
          <p:cNvPr id="13" name="Subtitle"/>
          <p:cNvSpPr txBox="1"/>
          <p:nvPr/>
        </p:nvSpPr>
        <p:spPr>
          <a:xfrm>
            <a:off x="1828800" y="3124200"/>
            <a:ext cx="8534400" cy="457200"/>
          </a:xfrm>
          <a:prstGeom prst="rect">
            <a:avLst/>
          </a:prstGeom>
          <a:noFill/>
          <a:ln>
            <a:noFill/>
          </a:ln>
        </p:spPr>
        <p:txBody>
          <a:bodyPr anchor="t" anchorCtr="0"/>
          <a:lstStyle/>
          <a:p>
            <a:pPr algn="ctr">
              <a:buNone/>
            </a:pPr>
            <a:r>
              <a:rPr lang="en-US" sz="1800" dirty="0">
                <a:solidFill>
                  <a:srgbClr val="8A857D"/>
                </a:solidFill>
                <a:latin typeface="Georgia"/>
              </a:rPr>
              <a:t>Stop Vibing. Start Directing.</a:t>
            </a:r>
          </a:p>
        </p:txBody>
      </p:sp>
      <p:sp>
        <p:nvSpPr>
          <p:cNvPr id="14" name="Meta"/>
          <p:cNvSpPr txBox="1"/>
          <p:nvPr/>
        </p:nvSpPr>
        <p:spPr>
          <a:xfrm>
            <a:off x="1828800" y="4572000"/>
            <a:ext cx="8534400" cy="304800"/>
          </a:xfrm>
          <a:prstGeom prst="rect">
            <a:avLst/>
          </a:prstGeom>
          <a:noFill/>
          <a:ln>
            <a:noFill/>
          </a:ln>
        </p:spPr>
        <p:txBody>
          <a:bodyPr anchor="ctr" anchorCtr="0"/>
          <a:lstStyle/>
          <a:p>
            <a:pPr algn="ctr">
              <a:buNone/>
            </a:pPr>
            <a:r>
              <a:rPr lang="en-US" sz="1100" spc="300" dirty="0">
                <a:solidFill>
                  <a:srgbClr val="5A5650"/>
                </a:solidFill>
                <a:latin typeface="Georgia"/>
              </a:rPr>
              <a:t>WORKSHOP  •  2026</a:t>
            </a:r>
          </a:p>
        </p:txBody>
      </p:sp>
      <p:sp>
        <p:nvSpPr>
          <p:cNvPr id="15" name="HashWatermark"/>
          <p:cNvSpPr txBox="1"/>
          <p:nvPr/>
        </p:nvSpPr>
        <p:spPr>
          <a:xfrm>
            <a:off x="457200" y="6172200"/>
            <a:ext cx="11277600" cy="228600"/>
          </a:xfrm>
          <a:prstGeom prst="rect">
            <a:avLst/>
          </a:prstGeom>
          <a:noFill/>
          <a:ln>
            <a:noFill/>
          </a:ln>
        </p:spPr>
        <p:txBody>
          <a:bodyPr anchor="ctr" anchorCtr="0"/>
          <a:lstStyle/>
          <a:p>
            <a:pPr algn="ctr">
              <a:buNone/>
            </a:pPr>
            <a:r>
              <a:rPr lang="en-US" sz="800" spc="200" dirty="0">
                <a:solidFill>
                  <a:srgbClr val="E8E4DC">
                    <a:alpha val="10000"/>
                  </a:srgbClr>
                </a:solidFill>
                <a:latin typeface="Consolas"/>
              </a:rPr>
              <a:t>0x7A3F9B2E1D4C8F06  •  SHA-256  •  BLOCK #881247  •  0xE5A1C8D3F7B24690</a:t>
            </a:r>
          </a:p>
        </p:txBody>
      </p:sp>
      <p:sp>
        <p:nvSpPr>
          <p:cNvPr id="900" name="Corner901"/>
          <p:cNvSpPr/>
          <p:nvPr/>
        </p:nvSpPr>
        <p:spPr>
          <a:xfrm>
            <a:off x="152400" y="152400"/>
            <a:ext cx="6096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152400"/>
            <a:ext cx="0" cy="609600"/>
          </a:xfrm>
          <a:prstGeom prst="line">
            <a:avLst/>
          </a:prstGeom>
          <a:ln w="6350">
            <a:solidFill>
              <a:srgbClr val="C9A84C">
                <a:alpha val="30000"/>
              </a:srgbClr>
            </a:solidFill>
          </a:ln>
        </p:spPr>
        <p:txBody>
          <a:bodyPr/>
          <a:lstStyle/>
          <a:p>
            <a:endParaRPr lang="en-US"/>
          </a:p>
        </p:txBody>
      </p:sp>
      <p:sp>
        <p:nvSpPr>
          <p:cNvPr id="902" name="Corner903"/>
          <p:cNvSpPr/>
          <p:nvPr/>
        </p:nvSpPr>
        <p:spPr>
          <a:xfrm>
            <a:off x="304800" y="304800"/>
            <a:ext cx="4572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304800" y="304800"/>
            <a:ext cx="0" cy="457200"/>
          </a:xfrm>
          <a:prstGeom prst="line">
            <a:avLst/>
          </a:prstGeom>
          <a:ln w="6350">
            <a:solidFill>
              <a:srgbClr val="C9A84C">
                <a:alpha val="30000"/>
              </a:srgbClr>
            </a:solidFill>
          </a:ln>
        </p:spPr>
        <p:txBody>
          <a:bodyPr/>
          <a:lstStyle/>
          <a:p>
            <a:endParaRPr lang="en-US"/>
          </a:p>
        </p:txBody>
      </p:sp>
      <p:sp>
        <p:nvSpPr>
          <p:cNvPr id="904" name="Corner905"/>
          <p:cNvSpPr/>
          <p:nvPr/>
        </p:nvSpPr>
        <p:spPr>
          <a:xfrm>
            <a:off x="457200" y="457200"/>
            <a:ext cx="304800" cy="0"/>
          </a:xfrm>
          <a:prstGeom prst="line">
            <a:avLst/>
          </a:prstGeom>
          <a:ln w="6350">
            <a:solidFill>
              <a:srgbClr val="C9A84C">
                <a:alpha val="30000"/>
              </a:srgbClr>
            </a:solidFill>
          </a:ln>
        </p:spPr>
        <p:txBody>
          <a:bodyPr/>
          <a:lstStyle/>
          <a:p>
            <a:endParaRPr lang="en-US"/>
          </a:p>
        </p:txBody>
      </p:sp>
      <p:sp>
        <p:nvSpPr>
          <p:cNvPr id="905" name="Corner906"/>
          <p:cNvSpPr/>
          <p:nvPr/>
        </p:nvSpPr>
        <p:spPr>
          <a:xfrm>
            <a:off x="457200" y="457200"/>
            <a:ext cx="0" cy="304800"/>
          </a:xfrm>
          <a:prstGeom prst="line">
            <a:avLst/>
          </a:prstGeom>
          <a:ln w="6350">
            <a:solidFill>
              <a:srgbClr val="C9A84C">
                <a:alpha val="30000"/>
              </a:srgbClr>
            </a:solidFill>
          </a:ln>
        </p:spPr>
        <p:txBody>
          <a:bodyPr/>
          <a:lstStyle/>
          <a:p>
            <a:endParaRPr lang="en-US"/>
          </a:p>
        </p:txBody>
      </p:sp>
      <p:sp>
        <p:nvSpPr>
          <p:cNvPr id="906" name="Corner907"/>
          <p:cNvSpPr/>
          <p:nvPr/>
        </p:nvSpPr>
        <p:spPr>
          <a:xfrm>
            <a:off x="11430000" y="6705600"/>
            <a:ext cx="6096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2039600" y="6096000"/>
            <a:ext cx="0" cy="609600"/>
          </a:xfrm>
          <a:prstGeom prst="line">
            <a:avLst/>
          </a:prstGeom>
          <a:ln w="6350">
            <a:solidFill>
              <a:srgbClr val="C9A84C">
                <a:alpha val="30000"/>
              </a:srgbClr>
            </a:solidFill>
          </a:ln>
        </p:spPr>
        <p:txBody>
          <a:bodyPr/>
          <a:lstStyle/>
          <a:p>
            <a:endParaRPr lang="en-US"/>
          </a:p>
        </p:txBody>
      </p:sp>
      <p:sp>
        <p:nvSpPr>
          <p:cNvPr id="908" name="Corner909"/>
          <p:cNvSpPr/>
          <p:nvPr/>
        </p:nvSpPr>
        <p:spPr>
          <a:xfrm>
            <a:off x="11430000" y="6553200"/>
            <a:ext cx="457200" cy="0"/>
          </a:xfrm>
          <a:prstGeom prst="line">
            <a:avLst/>
          </a:prstGeom>
          <a:ln w="6350">
            <a:solidFill>
              <a:srgbClr val="C9A84C">
                <a:alpha val="30000"/>
              </a:srgbClr>
            </a:solidFill>
          </a:ln>
        </p:spPr>
        <p:txBody>
          <a:bodyPr/>
          <a:lstStyle/>
          <a:p>
            <a:endParaRPr lang="en-US"/>
          </a:p>
        </p:txBody>
      </p:sp>
      <p:sp>
        <p:nvSpPr>
          <p:cNvPr id="909" name="Corner910"/>
          <p:cNvSpPr/>
          <p:nvPr/>
        </p:nvSpPr>
        <p:spPr>
          <a:xfrm>
            <a:off x="11887200" y="6096000"/>
            <a:ext cx="0" cy="457200"/>
          </a:xfrm>
          <a:prstGeom prst="line">
            <a:avLst/>
          </a:prstGeom>
          <a:ln w="6350">
            <a:solidFill>
              <a:srgbClr val="C9A84C">
                <a:alpha val="30000"/>
              </a:srgbClr>
            </a:solidFill>
          </a:ln>
        </p:spPr>
        <p:txBody>
          <a:bodyPr/>
          <a:lstStyle/>
          <a:p>
            <a:endParaRPr lang="en-US"/>
          </a:p>
        </p:txBody>
      </p:sp>
      <p:sp>
        <p:nvSpPr>
          <p:cNvPr id="910" name="Corner911"/>
          <p:cNvSpPr/>
          <p:nvPr/>
        </p:nvSpPr>
        <p:spPr>
          <a:xfrm>
            <a:off x="11430000" y="6400800"/>
            <a:ext cx="304800" cy="0"/>
          </a:xfrm>
          <a:prstGeom prst="line">
            <a:avLst/>
          </a:prstGeom>
          <a:ln w="6350">
            <a:solidFill>
              <a:srgbClr val="C9A84C">
                <a:alpha val="30000"/>
              </a:srgbClr>
            </a:solidFill>
          </a:ln>
        </p:spPr>
        <p:txBody>
          <a:bodyPr/>
          <a:lstStyle/>
          <a:p>
            <a:endParaRPr lang="en-US"/>
          </a:p>
        </p:txBody>
      </p:sp>
      <p:sp>
        <p:nvSpPr>
          <p:cNvPr id="911" name="Corner912"/>
          <p:cNvSpPr/>
          <p:nvPr/>
        </p:nvSpPr>
        <p:spPr>
          <a:xfrm>
            <a:off x="11734800" y="6096000"/>
            <a:ext cx="0" cy="304800"/>
          </a:xfrm>
          <a:prstGeom prst="line">
            <a:avLst/>
          </a:prstGeom>
          <a:ln w="6350">
            <a:solidFill>
              <a:srgbClr val="C9A84C">
                <a:alpha val="30000"/>
              </a:srgbClr>
            </a:solidFill>
          </a:ln>
        </p:spPr>
        <p:txBody>
          <a:bodyPr/>
          <a:lstStyle/>
          <a:p>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25"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26" name="EncryptedBg"/>
          <p:cNvSpPr txBox="1"/>
          <p:nvPr/>
        </p:nvSpPr>
        <p:spPr>
          <a:xfrm>
            <a:off x="5486400" y="457200"/>
            <a:ext cx="6400800" cy="5943600"/>
          </a:xfrm>
          <a:prstGeom prst="rect">
            <a:avLst/>
          </a:prstGeom>
          <a:noFill/>
          <a:ln>
            <a:noFill/>
          </a:ln>
        </p:spPr>
        <p:txBody>
          <a:bodyPr wrap="none" anchor="t"/>
          <a:lstStyle/>
          <a:p>
            <a:pPr algn="l">
              <a:lnSpc>
                <a:spcPts val="1800"/>
              </a:lnSpc>
              <a:buNone/>
            </a:pPr>
            <a:r>
              <a:rPr lang="en-US" sz="900" spc="200" dirty="0">
                <a:solidFill>
                  <a:srgbClr val="C9A84C">
                    <a:alpha val="6000"/>
                  </a:srgbClr>
                </a:solidFill>
                <a:latin typeface="Consolas"/>
              </a:rPr>
              <a:t>0xA3F7 9B2E 1D4C 8F06 E5A1 C8D3 F7B2 4690
0x7E91 3FA8 2C5D 0B67 D4F2 8A1E 6C39 B750
0x1B84 6DE0 F293 5A7C 08D1 4FE6 B3A9 2C58
0xC4D8 71F5 0E6A 39B2 A847 5C1D 6F03 E9BA
0x58A2 C7E1 3D09 F684 B15C 0A73 2EF8 D946
0x9F3B 4E27 D186 A0C5 73F4 1E8D 6B02 5CA9
0x2D71 E803 6FAC B549 1C87 5E3A 0FD2 A6B4
0xE619 8A4F C3D5 0B72 67F1 3EA8 9C24 5D0B
0x4C8E D1A6 7523 F0B9 2E84 C71F A350 6D8E
0xB35F 0C92 E7D4 186A 4FB3 A2C8 5E71 0D69
0x6A04 F8D3 1B95 C2E7 830A 4F16 D5BC 72AE
0x83C1 5E7D 4A06 FB29 D814 3C67 A0E5 9B2F
0xDF42 186B A9C3 5E70 2F84 B1D6 C738 0EA5
0x15AE 7C43 D0F8 629B E4A7 381D 5B06 CF92
0x72D9 0B5E A183 C4F6 3E07 8D2A 6F15 B4C8
0xAE60 3D8C F174 5B29 C0E3 7A46 2F18 D5B9
0x491C 8ED5 B367 0AF2 C841 3E7A 56D0 F9B2
0xF028 5CA9 7E31 D4B6 1A83 0FC5 6247 E8DA</a:t>
            </a:r>
          </a:p>
        </p:txBody>
      </p:sp>
      <p:sp>
        <p:nvSpPr>
          <p:cNvPr id="20" name="VertBar"/>
          <p:cNvSpPr/>
          <p:nvPr/>
        </p:nvSpPr>
        <p:spPr>
          <a:xfrm>
            <a:off x="914400" y="2100000"/>
            <a:ext cx="27000" cy="2400000"/>
          </a:xfrm>
          <a:prstGeom prst="rect">
            <a:avLst/>
          </a:prstGeom>
          <a:gradFill>
            <a:gsLst>
              <a:gs pos="0">
                <a:srgbClr val="FFD700"/>
              </a:gs>
              <a:gs pos="100000">
                <a:srgbClr val="C9A84C">
                  <a:alpha val="30000"/>
                </a:srgbClr>
              </a:gs>
            </a:gsLst>
            <a:lin ang="5400000" scaled="1"/>
          </a:gradFill>
          <a:ln>
            <a:noFill/>
          </a:ln>
        </p:spPr>
        <p:txBody>
          <a:bodyPr/>
          <a:lstStyle/>
          <a:p>
            <a:endParaRPr lang="en-US"/>
          </a:p>
        </p:txBody>
      </p:sp>
      <p:sp>
        <p:nvSpPr>
          <p:cNvPr id="21" name="SectionNum"/>
          <p:cNvSpPr txBox="1"/>
          <p:nvPr/>
        </p:nvSpPr>
        <p:spPr>
          <a:xfrm>
            <a:off x="1219200" y="2100000"/>
            <a:ext cx="9601200" cy="304800"/>
          </a:xfrm>
          <a:prstGeom prst="rect">
            <a:avLst/>
          </a:prstGeom>
          <a:noFill/>
          <a:ln>
            <a:noFill/>
          </a:ln>
        </p:spPr>
        <p:txBody>
          <a:bodyPr anchor="b"/>
          <a:lstStyle/>
          <a:p>
            <a:pPr algn="l">
              <a:buNone/>
            </a:pPr>
            <a:r>
              <a:rPr lang="en-US" sz="1100" spc="500" dirty="0">
                <a:solidFill>
                  <a:srgbClr val="C9A84C"/>
                </a:solidFill>
                <a:latin typeface="Georgia"/>
              </a:rPr>
              <a:t>SECTION 01</a:t>
            </a:r>
          </a:p>
        </p:txBody>
      </p:sp>
      <p:sp>
        <p:nvSpPr>
          <p:cNvPr id="22" name="SectionTitle"/>
          <p:cNvSpPr txBox="1"/>
          <p:nvPr/>
        </p:nvSpPr>
        <p:spPr>
          <a:xfrm>
            <a:off x="1219200" y="2480000"/>
            <a:ext cx="9601200" cy="914400"/>
          </a:xfrm>
          <a:prstGeom prst="rect">
            <a:avLst/>
          </a:prstGeom>
          <a:noFill/>
          <a:ln>
            <a:noFill/>
          </a:ln>
        </p:spPr>
        <p:txBody>
          <a:bodyPr anchor="t"/>
          <a:lstStyle/>
          <a:p>
            <a:pPr algn="l">
              <a:buNone/>
            </a:pPr>
            <a:r>
              <a:rPr lang="en-US" sz="3600" spc="50" dirty="0">
                <a:solidFill>
                  <a:srgbClr val="E8E4DC"/>
                </a:solidFill>
                <a:latin typeface="Georgia"/>
              </a:rPr>
              <a:t>What We're Building</a:t>
            </a:r>
          </a:p>
        </p:txBody>
      </p:sp>
      <p:sp>
        <p:nvSpPr>
          <p:cNvPr id="23" name="SectionDesc"/>
          <p:cNvSpPr txBox="1"/>
          <p:nvPr/>
        </p:nvSpPr>
        <p:spPr>
          <a:xfrm>
            <a:off x="1219200" y="3500000"/>
            <a:ext cx="7315200" cy="609600"/>
          </a:xfrm>
          <a:prstGeom prst="rect">
            <a:avLst/>
          </a:prstGeom>
          <a:noFill/>
          <a:ln>
            <a:noFill/>
          </a:ln>
        </p:spPr>
        <p:txBody>
          <a:bodyPr anchor="t"/>
          <a:lstStyle/>
          <a:p>
            <a:pPr algn="l">
              <a:buNone/>
            </a:pPr>
            <a:r>
              <a:rPr lang="en-US" sz="1600" dirty="0">
                <a:solidFill>
                  <a:srgbClr val="8A857D"/>
                </a:solidFill>
                <a:latin typeface="Georgia"/>
              </a:rPr>
              <a:t>An Agent Control Center on your computer -- not a chatbot, not a coding tool</a:t>
            </a:r>
          </a:p>
        </p:txBody>
      </p:sp>
      <p:sp>
        <p:nvSpPr>
          <p:cNvPr id="24" name="SectionDivider"/>
          <p:cNvSpPr/>
          <p:nvPr/>
        </p:nvSpPr>
        <p:spPr>
          <a:xfrm>
            <a:off x="1219200" y="4300000"/>
            <a:ext cx="2286000" cy="0"/>
          </a:xfrm>
          <a:prstGeom prst="line">
            <a:avLst/>
          </a:prstGeom>
          <a:ln w="9525">
            <a:solidFill>
              <a:srgbClr val="FFD700">
                <a:alpha val="40000"/>
              </a:srgbClr>
            </a:solidFill>
          </a:ln>
        </p:spPr>
        <p:txBody>
          <a:bodyPr/>
          <a:lstStyle/>
          <a:p>
            <a:endParaRPr lang="en-US"/>
          </a:p>
        </p:txBody>
      </p:sp>
      <p:sp>
        <p:nvSpPr>
          <p:cNvPr id="900" name="C901"/>
          <p:cNvSpPr/>
          <p:nvPr/>
        </p:nvSpPr>
        <p:spPr>
          <a:xfrm>
            <a:off x="152400" y="152400"/>
            <a:ext cx="4572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152400"/>
            <a:ext cx="0" cy="457200"/>
          </a:xfrm>
          <a:prstGeom prst="line">
            <a:avLst/>
          </a:prstGeom>
          <a:ln w="6350">
            <a:solidFill>
              <a:srgbClr val="C9A84C">
                <a:alpha val="30000"/>
              </a:srgbClr>
            </a:solidFill>
          </a:ln>
        </p:spPr>
        <p:txBody>
          <a:bodyPr/>
          <a:lstStyle/>
          <a:p>
            <a:endParaRPr lang="en-US"/>
          </a:p>
        </p:txBody>
      </p:sp>
      <p:sp>
        <p:nvSpPr>
          <p:cNvPr id="902" name="C903"/>
          <p:cNvSpPr/>
          <p:nvPr/>
        </p:nvSpPr>
        <p:spPr>
          <a:xfrm>
            <a:off x="609600" y="152400"/>
            <a:ext cx="0" cy="76200"/>
          </a:xfrm>
          <a:prstGeom prst="line">
            <a:avLst/>
          </a:prstGeom>
          <a:ln w="6350">
            <a:solidFill>
              <a:srgbClr val="C9A84C">
                <a:alpha val="30000"/>
              </a:srgbClr>
            </a:solidFill>
          </a:ln>
        </p:spPr>
        <p:txBody>
          <a:bodyPr/>
          <a:lstStyle/>
          <a:p>
            <a:endParaRPr lang="en-US"/>
          </a:p>
        </p:txBody>
      </p:sp>
      <p:sp>
        <p:nvSpPr>
          <p:cNvPr id="903" name="C904"/>
          <p:cNvSpPr/>
          <p:nvPr/>
        </p:nvSpPr>
        <p:spPr>
          <a:xfrm>
            <a:off x="152400" y="609600"/>
            <a:ext cx="76200" cy="0"/>
          </a:xfrm>
          <a:prstGeom prst="line">
            <a:avLst/>
          </a:prstGeom>
          <a:ln w="6350">
            <a:solidFill>
              <a:srgbClr val="C9A84C">
                <a:alpha val="30000"/>
              </a:srgbClr>
            </a:solidFill>
          </a:ln>
        </p:spPr>
        <p:txBody>
          <a:bodyPr/>
          <a:lstStyle/>
          <a:p>
            <a:endParaRPr lang="en-US"/>
          </a:p>
        </p:txBody>
      </p:sp>
      <p:sp>
        <p:nvSpPr>
          <p:cNvPr id="904" name="C905"/>
          <p:cNvSpPr/>
          <p:nvPr/>
        </p:nvSpPr>
        <p:spPr>
          <a:xfrm>
            <a:off x="304800" y="304800"/>
            <a:ext cx="304800" cy="0"/>
          </a:xfrm>
          <a:prstGeom prst="line">
            <a:avLst/>
          </a:prstGeom>
          <a:ln w="6350">
            <a:solidFill>
              <a:srgbClr val="C9A84C">
                <a:alpha val="30000"/>
              </a:srgbClr>
            </a:solidFill>
          </a:ln>
        </p:spPr>
        <p:txBody>
          <a:bodyPr/>
          <a:lstStyle/>
          <a:p>
            <a:endParaRPr lang="en-US"/>
          </a:p>
        </p:txBody>
      </p:sp>
      <p:sp>
        <p:nvSpPr>
          <p:cNvPr id="905" name="C906"/>
          <p:cNvSpPr/>
          <p:nvPr/>
        </p:nvSpPr>
        <p:spPr>
          <a:xfrm>
            <a:off x="304800" y="304800"/>
            <a:ext cx="0" cy="304800"/>
          </a:xfrm>
          <a:prstGeom prst="line">
            <a:avLst/>
          </a:prstGeom>
          <a:ln w="6350">
            <a:solidFill>
              <a:srgbClr val="C9A84C">
                <a:alpha val="30000"/>
              </a:srgbClr>
            </a:solidFill>
          </a:ln>
        </p:spPr>
        <p:txBody>
          <a:bodyPr/>
          <a:lstStyle/>
          <a:p>
            <a:endParaRPr lang="en-US"/>
          </a:p>
        </p:txBody>
      </p:sp>
      <p:sp>
        <p:nvSpPr>
          <p:cNvPr id="906" name="C907"/>
          <p:cNvSpPr/>
          <p:nvPr/>
        </p:nvSpPr>
        <p:spPr>
          <a:xfrm>
            <a:off x="609600" y="304800"/>
            <a:ext cx="0" cy="76200"/>
          </a:xfrm>
          <a:prstGeom prst="line">
            <a:avLst/>
          </a:prstGeom>
          <a:ln w="6350">
            <a:solidFill>
              <a:srgbClr val="C9A84C">
                <a:alpha val="30000"/>
              </a:srgbClr>
            </a:solidFill>
          </a:ln>
        </p:spPr>
        <p:txBody>
          <a:bodyPr/>
          <a:lstStyle/>
          <a:p>
            <a:endParaRPr lang="en-US"/>
          </a:p>
        </p:txBody>
      </p:sp>
      <p:sp>
        <p:nvSpPr>
          <p:cNvPr id="907" name="C908"/>
          <p:cNvSpPr/>
          <p:nvPr/>
        </p:nvSpPr>
        <p:spPr>
          <a:xfrm>
            <a:off x="304800" y="609600"/>
            <a:ext cx="76200" cy="0"/>
          </a:xfrm>
          <a:prstGeom prst="line">
            <a:avLst/>
          </a:prstGeom>
          <a:ln w="6350">
            <a:solidFill>
              <a:srgbClr val="C9A84C">
                <a:alpha val="30000"/>
              </a:srgbClr>
            </a:solidFill>
          </a:ln>
        </p:spPr>
        <p:txBody>
          <a:bodyPr/>
          <a:lstStyle/>
          <a:p>
            <a:endParaRPr lang="en-US"/>
          </a:p>
        </p:txBody>
      </p:sp>
      <p:sp>
        <p:nvSpPr>
          <p:cNvPr id="908" name="C909"/>
          <p:cNvSpPr/>
          <p:nvPr/>
        </p:nvSpPr>
        <p:spPr>
          <a:xfrm>
            <a:off x="11582400" y="6705600"/>
            <a:ext cx="457200" cy="0"/>
          </a:xfrm>
          <a:prstGeom prst="line">
            <a:avLst/>
          </a:prstGeom>
          <a:ln w="6350">
            <a:solidFill>
              <a:srgbClr val="C9A84C">
                <a:alpha val="30000"/>
              </a:srgbClr>
            </a:solidFill>
          </a:ln>
        </p:spPr>
        <p:txBody>
          <a:bodyPr/>
          <a:lstStyle/>
          <a:p>
            <a:endParaRPr lang="en-US"/>
          </a:p>
        </p:txBody>
      </p:sp>
      <p:sp>
        <p:nvSpPr>
          <p:cNvPr id="909" name="C910"/>
          <p:cNvSpPr/>
          <p:nvPr/>
        </p:nvSpPr>
        <p:spPr>
          <a:xfrm>
            <a:off x="12039600" y="6248400"/>
            <a:ext cx="0" cy="457200"/>
          </a:xfrm>
          <a:prstGeom prst="line">
            <a:avLst/>
          </a:prstGeom>
          <a:ln w="6350">
            <a:solidFill>
              <a:srgbClr val="C9A84C">
                <a:alpha val="30000"/>
              </a:srgbClr>
            </a:solidFill>
          </a:ln>
        </p:spPr>
        <p:txBody>
          <a:bodyPr/>
          <a:lstStyle/>
          <a:p>
            <a:endParaRPr lang="en-US"/>
          </a:p>
        </p:txBody>
      </p:sp>
      <p:sp>
        <p:nvSpPr>
          <p:cNvPr id="910" name="C911"/>
          <p:cNvSpPr/>
          <p:nvPr/>
        </p:nvSpPr>
        <p:spPr>
          <a:xfrm>
            <a:off x="11582400" y="6629400"/>
            <a:ext cx="0" cy="76200"/>
          </a:xfrm>
          <a:prstGeom prst="line">
            <a:avLst/>
          </a:prstGeom>
          <a:ln w="6350">
            <a:solidFill>
              <a:srgbClr val="C9A84C">
                <a:alpha val="30000"/>
              </a:srgbClr>
            </a:solidFill>
          </a:ln>
        </p:spPr>
        <p:txBody>
          <a:bodyPr/>
          <a:lstStyle/>
          <a:p>
            <a:endParaRPr lang="en-US"/>
          </a:p>
        </p:txBody>
      </p:sp>
      <p:sp>
        <p:nvSpPr>
          <p:cNvPr id="911" name="C912"/>
          <p:cNvSpPr/>
          <p:nvPr/>
        </p:nvSpPr>
        <p:spPr>
          <a:xfrm>
            <a:off x="11963400" y="6248400"/>
            <a:ext cx="76200" cy="0"/>
          </a:xfrm>
          <a:prstGeom prst="line">
            <a:avLst/>
          </a:prstGeom>
          <a:ln w="6350">
            <a:solidFill>
              <a:srgbClr val="C9A84C">
                <a:alpha val="30000"/>
              </a:srgbClr>
            </a:solidFill>
          </a:ln>
        </p:spPr>
        <p:txBody>
          <a:bodyPr/>
          <a:lstStyle/>
          <a:p>
            <a:endParaRPr lang="en-US"/>
          </a:p>
        </p:txBody>
      </p:sp>
      <p:sp>
        <p:nvSpPr>
          <p:cNvPr id="912" name="C913"/>
          <p:cNvSpPr/>
          <p:nvPr/>
        </p:nvSpPr>
        <p:spPr>
          <a:xfrm>
            <a:off x="11582400" y="6553200"/>
            <a:ext cx="304800" cy="0"/>
          </a:xfrm>
          <a:prstGeom prst="line">
            <a:avLst/>
          </a:prstGeom>
          <a:ln w="6350">
            <a:solidFill>
              <a:srgbClr val="C9A84C">
                <a:alpha val="30000"/>
              </a:srgbClr>
            </a:solidFill>
          </a:ln>
        </p:spPr>
        <p:txBody>
          <a:bodyPr/>
          <a:lstStyle/>
          <a:p>
            <a:endParaRPr lang="en-US"/>
          </a:p>
        </p:txBody>
      </p:sp>
      <p:sp>
        <p:nvSpPr>
          <p:cNvPr id="913" name="C914"/>
          <p:cNvSpPr/>
          <p:nvPr/>
        </p:nvSpPr>
        <p:spPr>
          <a:xfrm>
            <a:off x="11887200" y="6248400"/>
            <a:ext cx="0" cy="304800"/>
          </a:xfrm>
          <a:prstGeom prst="line">
            <a:avLst/>
          </a:prstGeom>
          <a:ln w="6350">
            <a:solidFill>
              <a:srgbClr val="C9A84C">
                <a:alpha val="30000"/>
              </a:srgbClr>
            </a:solidFill>
          </a:ln>
        </p:spPr>
        <p:txBody>
          <a:bodyPr/>
          <a:lstStyle/>
          <a:p>
            <a:endParaRPr lang="en-US"/>
          </a:p>
        </p:txBody>
      </p:sp>
      <p:sp>
        <p:nvSpPr>
          <p:cNvPr id="914" name="C915"/>
          <p:cNvSpPr/>
          <p:nvPr/>
        </p:nvSpPr>
        <p:spPr>
          <a:xfrm>
            <a:off x="11582400" y="6477000"/>
            <a:ext cx="0" cy="76200"/>
          </a:xfrm>
          <a:prstGeom prst="line">
            <a:avLst/>
          </a:prstGeom>
          <a:ln w="6350">
            <a:solidFill>
              <a:srgbClr val="C9A84C">
                <a:alpha val="30000"/>
              </a:srgbClr>
            </a:solidFill>
          </a:ln>
        </p:spPr>
        <p:txBody>
          <a:bodyPr/>
          <a:lstStyle/>
          <a:p>
            <a:endParaRPr lang="en-US"/>
          </a:p>
        </p:txBody>
      </p:sp>
      <p:sp>
        <p:nvSpPr>
          <p:cNvPr id="915" name="C916"/>
          <p:cNvSpPr/>
          <p:nvPr/>
        </p:nvSpPr>
        <p:spPr>
          <a:xfrm>
            <a:off x="11811000" y="6248400"/>
            <a:ext cx="76200" cy="0"/>
          </a:xfrm>
          <a:prstGeom prst="line">
            <a:avLst/>
          </a:prstGeom>
          <a:ln w="6350">
            <a:solidFill>
              <a:srgbClr val="C9A84C">
                <a:alpha val="30000"/>
              </a:srgbClr>
            </a:solidFill>
          </a:ln>
        </p:spPr>
        <p:txBody>
          <a:bodyPr/>
          <a:lstStyle/>
          <a:p>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34"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900" name="Corner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orner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CornerDia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orner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orner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orner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CornerDia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
        <p:nvSpPr>
          <p:cNvPr id="3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37"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0xA3F7 9B2E 1D4C 8F06 E5A1 C8D3 F7B2 4690 7E91 3FA8 2C5D 0B67</a:t>
            </a:r>
          </a:p>
        </p:txBody>
      </p:sp>
      <p:sp>
        <p:nvSpPr>
          <p:cNvPr id="31" name="ContentOverline"/>
          <p:cNvSpPr txBox="1"/>
          <p:nvPr/>
        </p:nvSpPr>
        <p:spPr>
          <a:xfrm>
            <a:off x="762000" y="304800"/>
            <a:ext cx="5486400" cy="274320"/>
          </a:xfrm>
          <a:prstGeom prst="rect">
            <a:avLst/>
          </a:prstGeom>
          <a:noFill/>
          <a:ln>
            <a:noFill/>
          </a:ln>
        </p:spPr>
        <p:txBody>
          <a:bodyPr anchor="b"/>
          <a:lstStyle/>
          <a:p>
            <a:pPr algn="l">
              <a:buNone/>
            </a:pPr>
            <a:r>
              <a:rPr lang="en-US" sz="1000" spc="500" dirty="0">
                <a:solidFill>
                  <a:srgbClr val="C9A84C"/>
                </a:solidFill>
                <a:latin typeface="Georgia"/>
              </a:rPr>
              <a:t>THE SETUP</a:t>
            </a:r>
          </a:p>
        </p:txBody>
      </p:sp>
      <p:sp>
        <p:nvSpPr>
          <p:cNvPr id="32" name="ContentTitle"/>
          <p:cNvSpPr txBox="1"/>
          <p:nvPr/>
        </p:nvSpPr>
        <p:spPr>
          <a:xfrm>
            <a:off x="762000" y="579120"/>
            <a:ext cx="10972800" cy="609600"/>
          </a:xfrm>
          <a:prstGeom prst="rect">
            <a:avLst/>
          </a:prstGeom>
          <a:noFill/>
          <a:ln>
            <a:noFill/>
          </a:ln>
        </p:spPr>
        <p:txBody>
          <a:bodyPr anchor="t"/>
          <a:lstStyle/>
          <a:p>
            <a:pPr algn="l">
              <a:buNone/>
            </a:pPr>
            <a:r>
              <a:rPr lang="en-US" sz="2800" spc="50" dirty="0">
                <a:solidFill>
                  <a:srgbClr val="E8E4DC"/>
                </a:solidFill>
                <a:latin typeface="Georgia"/>
              </a:rPr>
              <a:t>Three Things Working Together</a:t>
            </a:r>
          </a:p>
        </p:txBody>
      </p:sp>
      <p:sp>
        <p:nvSpPr>
          <p:cNvPr id="33" name="TitleDivider"/>
          <p:cNvSpPr/>
          <p:nvPr/>
        </p:nvSpPr>
        <p:spPr>
          <a:xfrm>
            <a:off x="762000" y="1295400"/>
            <a:ext cx="1143000" cy="0"/>
          </a:xfrm>
          <a:prstGeom prst="line">
            <a:avLst/>
          </a:prstGeom>
          <a:ln w="12700">
            <a:solidFill>
              <a:srgbClr val="FFD700"/>
            </a:solidFill>
          </a:ln>
        </p:spPr>
        <p:txBody>
          <a:bodyPr/>
          <a:lstStyle/>
          <a:p>
            <a:endParaRPr lang="en-US"/>
          </a:p>
        </p:txBody>
      </p:sp>
      <p:sp>
        <p:nvSpPr>
          <p:cNvPr id="38" name="ContentCard"/>
          <p:cNvSpPr/>
          <p:nvPr/>
        </p:nvSpPr>
        <p:spPr>
          <a:xfrm>
            <a:off x="762000" y="1524000"/>
            <a:ext cx="11049000" cy="4876800"/>
          </a:xfrm>
          <a:prstGeom prst="rect">
            <a:avLst/>
          </a:prstGeom>
          <a:solidFill>
            <a:srgbClr val="0A0A0A"/>
          </a:solidFill>
          <a:ln w="6350">
            <a:solidFill>
              <a:srgbClr val="FFD700">
                <a:alpha val="8000"/>
              </a:srgbClr>
            </a:solidFill>
          </a:ln>
          <a:effectLst>
            <a:outerShdw blurRad="76200" dist="25400" dir="5400000" algn="bl" rotWithShape="0">
              <a:srgbClr val="C9A84C">
                <a:alpha val="10000"/>
              </a:srgbClr>
            </a:outerShdw>
          </a:effectLst>
        </p:spPr>
        <p:txBody>
          <a:bodyPr/>
          <a:lstStyle/>
          <a:p>
            <a:endParaRPr lang="en-US"/>
          </a:p>
        </p:txBody>
      </p:sp>
      <p:sp>
        <p:nvSpPr>
          <p:cNvPr id="39" name="ContentBody"/>
          <p:cNvSpPr txBox="1"/>
          <p:nvPr/>
        </p:nvSpPr>
        <p:spPr>
          <a:xfrm>
            <a:off x="990600" y="1752600"/>
            <a:ext cx="10591800" cy="4419600"/>
          </a:xfrm>
          <a:prstGeom prst="rect">
            <a:avLst/>
          </a:prstGeom>
          <a:noFill/>
          <a:ln>
            <a:noFill/>
          </a:ln>
        </p:spPr>
        <p:txBody>
          <a:bodyPr anchor="t"/>
          <a:lstStyle/>
          <a:p>
            <a:pPr marL="228600" indent="-228600" algn="l">
              <a:spcAft>
                <a:spcPts val="1000"/>
              </a:spcAft>
              <a:buFont typeface="Arial"/>
              <a:buChar char="•"/>
            </a:pPr>
            <a:r>
              <a:rPr lang="en-US" sz="1800" dirty="0">
                <a:solidFill>
                  <a:srgbClr val="E8E4DC"/>
                </a:solidFill>
                <a:latin typeface="Georgia"/>
              </a:rPr>
              <a:t>VS Code -- a free program that shows your files and folders</a:t>
            </a:r>
          </a:p>
          <a:p>
            <a:pPr marL="228600" indent="-228600" algn="l">
              <a:spcAft>
                <a:spcPts val="1000"/>
              </a:spcAft>
              <a:buFont typeface="Arial"/>
              <a:buChar char="•"/>
            </a:pPr>
            <a:r>
              <a:rPr lang="en-US" sz="1800" dirty="0">
                <a:solidFill>
                  <a:srgbClr val="E8E4DC"/>
                </a:solidFill>
                <a:latin typeface="Georgia"/>
              </a:rPr>
              <a:t>Claude Code -- an AI agent that understands plain English</a:t>
            </a:r>
          </a:p>
          <a:p>
            <a:pPr marL="228600" indent="-228600" algn="l">
              <a:spcAft>
                <a:spcPts val="1000"/>
              </a:spcAft>
              <a:buFont typeface="Arial"/>
              <a:buChar char="•"/>
            </a:pPr>
            <a:r>
              <a:rPr lang="en-US" sz="1800" dirty="0">
                <a:solidFill>
                  <a:srgbClr val="E8E4DC"/>
                </a:solidFill>
                <a:latin typeface="Georgia"/>
              </a:rPr>
              <a:t>Your folders -- real files on your real computer that you own</a:t>
            </a:r>
          </a:p>
          <a:p>
            <a:pPr marL="228600" indent="-228600" algn="l">
              <a:spcAft>
                <a:spcPts val="1000"/>
              </a:spcAft>
              <a:buFont typeface="Arial"/>
              <a:buChar char="•"/>
            </a:pPr>
            <a:r>
              <a:rPr lang="en-US" sz="1800" dirty="0">
                <a:solidFill>
                  <a:srgbClr val="E8E4DC"/>
                </a:solidFill>
                <a:latin typeface="Georgia"/>
              </a:rPr>
              <a:t>You type what you want. Files appear. You own them forever.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50"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0xC4D8 71F5 0E6A 39B2 A847 5C1D 6F03 E9BA 58A2 C7E1 3D09 F684</a:t>
            </a:r>
          </a:p>
        </p:txBody>
      </p:sp>
      <p:sp>
        <p:nvSpPr>
          <p:cNvPr id="49"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40" name="TwoCol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The Spectrum</a:t>
            </a:r>
          </a:p>
        </p:txBody>
      </p:sp>
      <p:sp>
        <p:nvSpPr>
          <p:cNvPr id="41" name="TwoColDivider"/>
          <p:cNvSpPr/>
          <p:nvPr/>
        </p:nvSpPr>
        <p:spPr>
          <a:xfrm>
            <a:off x="609600" y="1028700"/>
            <a:ext cx="1143000" cy="0"/>
          </a:xfrm>
          <a:prstGeom prst="line">
            <a:avLst/>
          </a:prstGeom>
          <a:ln w="12700">
            <a:solidFill>
              <a:srgbClr val="FFD700"/>
            </a:solidFill>
          </a:ln>
        </p:spPr>
        <p:txBody>
          <a:bodyPr/>
          <a:lstStyle/>
          <a:p>
            <a:endParaRPr lang="en-US"/>
          </a:p>
        </p:txBody>
      </p:sp>
      <p:sp>
        <p:nvSpPr>
          <p:cNvPr id="42" name="LeftCard"/>
          <p:cNvSpPr/>
          <p:nvPr/>
        </p:nvSpPr>
        <p:spPr>
          <a:xfrm>
            <a:off x="609600" y="1295400"/>
            <a:ext cx="5257800" cy="4572000"/>
          </a:xfrm>
          <a:prstGeom prst="rect">
            <a:avLst/>
          </a:prstGeom>
          <a:solidFill>
            <a:srgbClr val="0A0A0A"/>
          </a:solidFill>
          <a:ln w="6350">
            <a:solidFill>
              <a:srgbClr val="FFD700">
                <a:alpha val="8000"/>
              </a:srgbClr>
            </a:solidFill>
          </a:ln>
        </p:spPr>
        <p:txBody>
          <a:bodyPr/>
          <a:lstStyle/>
          <a:p>
            <a:endParaRPr lang="en-US"/>
          </a:p>
        </p:txBody>
      </p:sp>
      <p:sp>
        <p:nvSpPr>
          <p:cNvPr id="43" name="RightCard"/>
          <p:cNvSpPr/>
          <p:nvPr/>
        </p:nvSpPr>
        <p:spPr>
          <a:xfrm>
            <a:off x="6096000" y="1295400"/>
            <a:ext cx="5486400" cy="4572000"/>
          </a:xfrm>
          <a:prstGeom prst="rect">
            <a:avLst/>
          </a:prstGeom>
          <a:solidFill>
            <a:srgbClr val="0A0A0A"/>
          </a:solidFill>
          <a:ln w="6350">
            <a:solidFill>
              <a:srgbClr val="FFD700">
                <a:alpha val="8000"/>
              </a:srgbClr>
            </a:solidFill>
          </a:ln>
        </p:spPr>
        <p:txBody>
          <a:bodyPr/>
          <a:lstStyle/>
          <a:p>
            <a:endParaRPr lang="en-US"/>
          </a:p>
        </p:txBody>
      </p:sp>
      <p:sp>
        <p:nvSpPr>
          <p:cNvPr id="44" name="LeftHeader"/>
          <p:cNvSpPr txBox="1"/>
          <p:nvPr/>
        </p:nvSpPr>
        <p:spPr>
          <a:xfrm>
            <a:off x="838200" y="1447800"/>
            <a:ext cx="4800600" cy="381000"/>
          </a:xfrm>
          <a:prstGeom prst="rect">
            <a:avLst/>
          </a:prstGeom>
          <a:noFill/>
          <a:ln>
            <a:noFill/>
          </a:ln>
        </p:spPr>
        <p:txBody>
          <a:bodyPr anchor="t"/>
          <a:lstStyle/>
          <a:p>
            <a:pPr algn="l">
              <a:buNone/>
            </a:pPr>
            <a:r>
              <a:rPr lang="en-US" sz="1100" spc="400" dirty="0">
                <a:solidFill>
                  <a:srgbClr val="FFD700"/>
                </a:solidFill>
                <a:latin typeface="Georgia"/>
              </a:rPr>
              <a:t>VIBING</a:t>
            </a:r>
          </a:p>
        </p:txBody>
      </p:sp>
      <p:sp>
        <p:nvSpPr>
          <p:cNvPr id="45" name="LeftContent"/>
          <p:cNvSpPr txBox="1"/>
          <p:nvPr/>
        </p:nvSpPr>
        <p:spPr>
          <a:xfrm>
            <a:off x="838200" y="1905000"/>
            <a:ext cx="4800600" cy="3657600"/>
          </a:xfrm>
          <a:prstGeom prst="rect">
            <a:avLst/>
          </a:prstGeom>
          <a:noFill/>
          <a:ln>
            <a:noFill/>
          </a:ln>
        </p:spPr>
        <p:txBody>
          <a:bodyPr anchor="t"/>
          <a:lstStyle/>
          <a:p>
            <a:pPr marL="228600" indent="-228600" algn="l">
              <a:spcAft>
                <a:spcPts val="600"/>
              </a:spcAft>
              <a:buFont typeface="Arial"/>
              <a:buChar char="•"/>
            </a:pPr>
            <a:r>
              <a:rPr lang="en-US" sz="1600" dirty="0">
                <a:solidFill>
                  <a:srgbClr val="E8E4DC"/>
                </a:solidFill>
                <a:latin typeface="Georgia"/>
              </a:rPr>
              <a:t>Chatting with AI in a browser</a:t>
            </a:r>
          </a:p>
          <a:p>
            <a:pPr marL="228600" indent="-228600" algn="l">
              <a:spcAft>
                <a:spcPts val="600"/>
              </a:spcAft>
              <a:buFont typeface="Arial"/>
              <a:buChar char="•"/>
            </a:pPr>
            <a:r>
              <a:rPr lang="en-US" sz="1600" dirty="0">
                <a:solidFill>
                  <a:srgbClr val="E8E4DC"/>
                </a:solidFill>
                <a:latin typeface="Georgia"/>
              </a:rPr>
              <a:t>Chat history trapped in the platform</a:t>
            </a:r>
          </a:p>
          <a:p>
            <a:pPr marL="228600" indent="-228600" algn="l">
              <a:spcAft>
                <a:spcPts val="600"/>
              </a:spcAft>
              <a:buFont typeface="Arial"/>
              <a:buChar char="•"/>
            </a:pPr>
            <a:r>
              <a:rPr lang="en-US" sz="1600" dirty="0">
                <a:solidFill>
                  <a:srgbClr val="E8E4DC"/>
                </a:solidFill>
                <a:latin typeface="Georgia"/>
              </a:rPr>
              <a:t>Gone when you close the tab</a:t>
            </a:r>
          </a:p>
          <a:p>
            <a:pPr marL="228600" indent="-228600" algn="l">
              <a:spcAft>
                <a:spcPts val="600"/>
              </a:spcAft>
              <a:buFont typeface="Arial"/>
              <a:buChar char="•"/>
            </a:pPr>
            <a:r>
              <a:rPr lang="en-US" sz="1600" dirty="0">
                <a:solidFill>
                  <a:srgbClr val="E8E4DC"/>
                </a:solidFill>
                <a:latin typeface="Georgia"/>
              </a:rPr>
              <a:t>Doesn't build over time</a:t>
            </a:r>
          </a:p>
        </p:txBody>
      </p:sp>
      <p:sp>
        <p:nvSpPr>
          <p:cNvPr id="46" name="RightHeader"/>
          <p:cNvSpPr txBox="1"/>
          <p:nvPr/>
        </p:nvSpPr>
        <p:spPr>
          <a:xfrm>
            <a:off x="6324600" y="1447800"/>
            <a:ext cx="4800600" cy="381000"/>
          </a:xfrm>
          <a:prstGeom prst="rect">
            <a:avLst/>
          </a:prstGeom>
          <a:noFill/>
          <a:ln>
            <a:noFill/>
          </a:ln>
        </p:spPr>
        <p:txBody>
          <a:bodyPr anchor="t"/>
          <a:lstStyle/>
          <a:p>
            <a:pPr algn="l">
              <a:buNone/>
            </a:pPr>
            <a:r>
              <a:rPr lang="en-US" sz="1100" spc="400" dirty="0">
                <a:solidFill>
                  <a:srgbClr val="FFD700"/>
                </a:solidFill>
                <a:latin typeface="Georgia"/>
              </a:rPr>
              <a:t>DIRECTING</a:t>
            </a:r>
          </a:p>
        </p:txBody>
      </p:sp>
      <p:sp>
        <p:nvSpPr>
          <p:cNvPr id="47" name="RightContent"/>
          <p:cNvSpPr txBox="1"/>
          <p:nvPr/>
        </p:nvSpPr>
        <p:spPr>
          <a:xfrm>
            <a:off x="6324600" y="1905000"/>
            <a:ext cx="4800600" cy="3657600"/>
          </a:xfrm>
          <a:prstGeom prst="rect">
            <a:avLst/>
          </a:prstGeom>
          <a:noFill/>
          <a:ln>
            <a:noFill/>
          </a:ln>
        </p:spPr>
        <p:txBody>
          <a:bodyPr anchor="t"/>
          <a:lstStyle/>
          <a:p>
            <a:pPr marL="228600" indent="-228600" algn="l">
              <a:spcAft>
                <a:spcPts val="600"/>
              </a:spcAft>
              <a:buFont typeface="Arial"/>
              <a:buChar char="•"/>
            </a:pPr>
            <a:r>
              <a:rPr lang="en-US" sz="1600" dirty="0">
                <a:solidFill>
                  <a:srgbClr val="E8E4DC"/>
                </a:solidFill>
                <a:latin typeface="Georgia"/>
              </a:rPr>
              <a:t>Running an AI agent from your desktop</a:t>
            </a:r>
          </a:p>
          <a:p>
            <a:pPr marL="228600" indent="-228600" algn="l">
              <a:spcAft>
                <a:spcPts val="600"/>
              </a:spcAft>
              <a:buFont typeface="Arial"/>
              <a:buChar char="•"/>
            </a:pPr>
            <a:r>
              <a:rPr lang="en-US" sz="1600" dirty="0">
                <a:solidFill>
                  <a:srgbClr val="E8E4DC"/>
                </a:solidFill>
                <a:latin typeface="Georgia"/>
              </a:rPr>
              <a:t>Real files in your folders</a:t>
            </a:r>
          </a:p>
          <a:p>
            <a:pPr marL="228600" indent="-228600" algn="l">
              <a:spcAft>
                <a:spcPts val="600"/>
              </a:spcAft>
              <a:buFont typeface="Arial"/>
              <a:buChar char="•"/>
            </a:pPr>
            <a:r>
              <a:rPr lang="en-US" sz="1600" dirty="0">
                <a:solidFill>
                  <a:srgbClr val="E8E4DC"/>
                </a:solidFill>
                <a:latin typeface="Georgia"/>
              </a:rPr>
              <a:t>Everything remains when you close</a:t>
            </a:r>
          </a:p>
          <a:p>
            <a:pPr marL="228600" indent="-228600" algn="l">
              <a:spcAft>
                <a:spcPts val="600"/>
              </a:spcAft>
              <a:buFont typeface="Arial"/>
              <a:buChar char="•"/>
            </a:pPr>
            <a:r>
              <a:rPr lang="en-US" sz="1600" dirty="0">
                <a:solidFill>
                  <a:srgbClr val="E8E4DC"/>
                </a:solidFill>
                <a:latin typeface="Georgia"/>
              </a:rPr>
              <a:t>Workspace gets smarter over time</a:t>
            </a:r>
          </a:p>
        </p:txBody>
      </p:sp>
      <p:sp>
        <p:nvSpPr>
          <p:cNvPr id="48" name="CenterDivider"/>
          <p:cNvSpPr/>
          <p:nvPr/>
        </p:nvSpPr>
        <p:spPr>
          <a:xfrm>
            <a:off x="5867400" y="1524000"/>
            <a:ext cx="0" cy="4114800"/>
          </a:xfrm>
          <a:prstGeom prst="line">
            <a:avLst/>
          </a:prstGeom>
          <a:ln w="6350">
            <a:solidFill>
              <a:srgbClr val="C9A84C">
                <a:alpha val="20000"/>
              </a:srgbClr>
            </a:solidFill>
          </a:ln>
        </p:spPr>
        <p:txBody>
          <a:bodyPr/>
          <a:lstStyle/>
          <a:p>
            <a:endParaRPr lang="en-US"/>
          </a:p>
        </p:txBody>
      </p:sp>
      <p:sp>
        <p:nvSpPr>
          <p:cNvPr id="900" name="Corner901"/>
          <p:cNvSpPr/>
          <p:nvPr/>
        </p:nvSpPr>
        <p:spPr>
          <a:xfrm>
            <a:off x="152400" y="228600"/>
            <a:ext cx="6858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228600" y="152400"/>
            <a:ext cx="0" cy="685800"/>
          </a:xfrm>
          <a:prstGeom prst="line">
            <a:avLst/>
          </a:prstGeom>
          <a:ln w="6350">
            <a:solidFill>
              <a:srgbClr val="C9A84C">
                <a:alpha val="30000"/>
              </a:srgbClr>
            </a:solidFill>
          </a:ln>
        </p:spPr>
        <p:txBody>
          <a:bodyPr/>
          <a:lstStyle/>
          <a:p>
            <a:endParaRPr lang="en-US"/>
          </a:p>
        </p:txBody>
      </p:sp>
      <p:sp>
        <p:nvSpPr>
          <p:cNvPr id="902" name="Corner903"/>
          <p:cNvSpPr/>
          <p:nvPr/>
        </p:nvSpPr>
        <p:spPr>
          <a:xfrm>
            <a:off x="487680" y="533400"/>
            <a:ext cx="91440" cy="0"/>
          </a:xfrm>
          <a:prstGeom prst="line">
            <a:avLst/>
          </a:prstGeom>
          <a:ln w="6350">
            <a:solidFill>
              <a:srgbClr val="C9A84C">
                <a:alpha val="30000"/>
              </a:srgbClr>
            </a:solidFill>
          </a:ln>
        </p:spPr>
        <p:txBody>
          <a:bodyPr/>
          <a:lstStyle/>
          <a:p>
            <a:endParaRPr lang="en-US"/>
          </a:p>
        </p:txBody>
      </p:sp>
      <p:sp>
        <p:nvSpPr>
          <p:cNvPr id="903" name="Corner904"/>
          <p:cNvSpPr/>
          <p:nvPr/>
        </p:nvSpPr>
        <p:spPr>
          <a:xfrm>
            <a:off x="533400" y="487680"/>
            <a:ext cx="0" cy="91440"/>
          </a:xfrm>
          <a:prstGeom prst="line">
            <a:avLst/>
          </a:prstGeom>
          <a:ln w="6350">
            <a:solidFill>
              <a:srgbClr val="C9A84C">
                <a:alpha val="30000"/>
              </a:srgbClr>
            </a:solidFill>
          </a:ln>
        </p:spPr>
        <p:txBody>
          <a:bodyPr/>
          <a:lstStyle/>
          <a:p>
            <a:endParaRPr lang="en-US"/>
          </a:p>
        </p:txBody>
      </p:sp>
      <p:sp>
        <p:nvSpPr>
          <p:cNvPr id="904" name="Corner905"/>
          <p:cNvSpPr/>
          <p:nvPr/>
        </p:nvSpPr>
        <p:spPr>
          <a:xfrm>
            <a:off x="11353800" y="6629400"/>
            <a:ext cx="685800" cy="0"/>
          </a:xfrm>
          <a:prstGeom prst="line">
            <a:avLst/>
          </a:prstGeom>
          <a:ln w="6350">
            <a:solidFill>
              <a:srgbClr val="C9A84C">
                <a:alpha val="30000"/>
              </a:srgbClr>
            </a:solidFill>
          </a:ln>
        </p:spPr>
        <p:txBody>
          <a:bodyPr/>
          <a:lstStyle/>
          <a:p>
            <a:endParaRPr lang="en-US"/>
          </a:p>
        </p:txBody>
      </p:sp>
      <p:sp>
        <p:nvSpPr>
          <p:cNvPr id="905" name="Corner906"/>
          <p:cNvSpPr/>
          <p:nvPr/>
        </p:nvSpPr>
        <p:spPr>
          <a:xfrm>
            <a:off x="11963400" y="6019800"/>
            <a:ext cx="0" cy="685800"/>
          </a:xfrm>
          <a:prstGeom prst="line">
            <a:avLst/>
          </a:prstGeom>
          <a:ln w="6350">
            <a:solidFill>
              <a:srgbClr val="C9A84C">
                <a:alpha val="30000"/>
              </a:srgbClr>
            </a:solidFill>
          </a:ln>
        </p:spPr>
        <p:txBody>
          <a:bodyPr/>
          <a:lstStyle/>
          <a:p>
            <a:endParaRPr lang="en-US"/>
          </a:p>
        </p:txBody>
      </p:sp>
      <p:sp>
        <p:nvSpPr>
          <p:cNvPr id="906" name="Corner907"/>
          <p:cNvSpPr/>
          <p:nvPr/>
        </p:nvSpPr>
        <p:spPr>
          <a:xfrm>
            <a:off x="11612880" y="6324600"/>
            <a:ext cx="9144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278880"/>
            <a:ext cx="0" cy="91440"/>
          </a:xfrm>
          <a:prstGeom prst="line">
            <a:avLst/>
          </a:prstGeom>
          <a:ln w="6350">
            <a:solidFill>
              <a:srgbClr val="C9A84C">
                <a:alpha val="30000"/>
              </a:srgbClr>
            </a:solidFill>
          </a:ln>
        </p:spPr>
        <p:txBody>
          <a:bodyPr/>
          <a:lstStyle/>
          <a:p>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34"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900" name="Corner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orner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CornerDia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orner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orner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orner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CornerDia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
        <p:nvSpPr>
          <p:cNvPr id="3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37"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0xA3F7 9B2E 1D4C 8F06 E5A1 C8D3 F7B2 4690 7E91 3FA8 2C5D 0B67</a:t>
            </a:r>
          </a:p>
        </p:txBody>
      </p:sp>
      <p:sp>
        <p:nvSpPr>
          <p:cNvPr id="31" name="ContentOverline"/>
          <p:cNvSpPr txBox="1"/>
          <p:nvPr/>
        </p:nvSpPr>
        <p:spPr>
          <a:xfrm>
            <a:off x="762000" y="304800"/>
            <a:ext cx="5486400" cy="274320"/>
          </a:xfrm>
          <a:prstGeom prst="rect">
            <a:avLst/>
          </a:prstGeom>
          <a:noFill/>
          <a:ln>
            <a:noFill/>
          </a:ln>
        </p:spPr>
        <p:txBody>
          <a:bodyPr anchor="b"/>
          <a:lstStyle/>
          <a:p>
            <a:pPr algn="l">
              <a:buNone/>
            </a:pPr>
            <a:r>
              <a:rPr lang="en-US" sz="1000" spc="500" dirty="0">
                <a:solidFill>
                  <a:srgbClr val="C9A84C"/>
                </a:solidFill>
                <a:latin typeface="Georgia"/>
              </a:rPr>
              <a:t>THE SKILL</a:t>
            </a:r>
          </a:p>
        </p:txBody>
      </p:sp>
      <p:sp>
        <p:nvSpPr>
          <p:cNvPr id="32" name="ContentTitle"/>
          <p:cNvSpPr txBox="1"/>
          <p:nvPr/>
        </p:nvSpPr>
        <p:spPr>
          <a:xfrm>
            <a:off x="762000" y="579120"/>
            <a:ext cx="10972800" cy="609600"/>
          </a:xfrm>
          <a:prstGeom prst="rect">
            <a:avLst/>
          </a:prstGeom>
          <a:noFill/>
          <a:ln>
            <a:noFill/>
          </a:ln>
        </p:spPr>
        <p:txBody>
          <a:bodyPr anchor="t"/>
          <a:lstStyle/>
          <a:p>
            <a:pPr algn="l">
              <a:buNone/>
            </a:pPr>
            <a:r>
              <a:rPr lang="en-US" sz="2800" spc="50" dirty="0">
                <a:solidFill>
                  <a:srgbClr val="E8E4DC"/>
                </a:solidFill>
                <a:latin typeface="Georgia"/>
              </a:rPr>
              <a:t>You Already Know How to Do This</a:t>
            </a:r>
          </a:p>
        </p:txBody>
      </p:sp>
      <p:sp>
        <p:nvSpPr>
          <p:cNvPr id="33" name="TitleDivider"/>
          <p:cNvSpPr/>
          <p:nvPr/>
        </p:nvSpPr>
        <p:spPr>
          <a:xfrm>
            <a:off x="762000" y="1295400"/>
            <a:ext cx="1143000" cy="0"/>
          </a:xfrm>
          <a:prstGeom prst="line">
            <a:avLst/>
          </a:prstGeom>
          <a:ln w="12700">
            <a:solidFill>
              <a:srgbClr val="FFD700"/>
            </a:solidFill>
          </a:ln>
        </p:spPr>
        <p:txBody>
          <a:bodyPr/>
          <a:lstStyle/>
          <a:p>
            <a:endParaRPr lang="en-US"/>
          </a:p>
        </p:txBody>
      </p:sp>
      <p:sp>
        <p:nvSpPr>
          <p:cNvPr id="38" name="ContentCard"/>
          <p:cNvSpPr/>
          <p:nvPr/>
        </p:nvSpPr>
        <p:spPr>
          <a:xfrm>
            <a:off x="762000" y="1524000"/>
            <a:ext cx="11049000" cy="4876800"/>
          </a:xfrm>
          <a:prstGeom prst="rect">
            <a:avLst/>
          </a:prstGeom>
          <a:solidFill>
            <a:srgbClr val="0A0A0A"/>
          </a:solidFill>
          <a:ln w="6350">
            <a:solidFill>
              <a:srgbClr val="FFD700">
                <a:alpha val="8000"/>
              </a:srgbClr>
            </a:solidFill>
          </a:ln>
          <a:effectLst>
            <a:outerShdw blurRad="76200" dist="25400" dir="5400000" algn="bl" rotWithShape="0">
              <a:srgbClr val="C9A84C">
                <a:alpha val="10000"/>
              </a:srgbClr>
            </a:outerShdw>
          </a:effectLst>
        </p:spPr>
        <p:txBody>
          <a:bodyPr/>
          <a:lstStyle/>
          <a:p>
            <a:endParaRPr lang="en-US"/>
          </a:p>
        </p:txBody>
      </p:sp>
      <p:sp>
        <p:nvSpPr>
          <p:cNvPr id="39" name="ContentBody"/>
          <p:cNvSpPr txBox="1"/>
          <p:nvPr/>
        </p:nvSpPr>
        <p:spPr>
          <a:xfrm>
            <a:off x="990600" y="1752600"/>
            <a:ext cx="10591800" cy="4419600"/>
          </a:xfrm>
          <a:prstGeom prst="rect">
            <a:avLst/>
          </a:prstGeom>
          <a:noFill/>
          <a:ln>
            <a:noFill/>
          </a:ln>
        </p:spPr>
        <p:txBody>
          <a:bodyPr anchor="t"/>
          <a:lstStyle/>
          <a:p>
            <a:pPr marL="228600" indent="-228600" algn="l">
              <a:spcAft>
                <a:spcPts val="1000"/>
              </a:spcAft>
              <a:buFont typeface="Arial"/>
              <a:buChar char="•"/>
            </a:pPr>
            <a:r>
              <a:rPr lang="en-US" sz="1800" dirty="0">
                <a:solidFill>
                  <a:srgbClr val="E8E4DC"/>
                </a:solidFill>
                <a:latin typeface="Georgia"/>
              </a:rPr>
              <a:t>The skill is talking clearly. Not coding. Not prompt engineering.</a:t>
            </a:r>
          </a:p>
          <a:p>
            <a:pPr marL="228600" indent="-228600" algn="l">
              <a:spcAft>
                <a:spcPts val="1000"/>
              </a:spcAft>
              <a:buFont typeface="Arial"/>
              <a:buChar char="•"/>
            </a:pPr>
            <a:r>
              <a:rPr lang="en-US" sz="1800" dirty="0">
                <a:solidFill>
                  <a:srgbClr val="E8E4DC"/>
                </a:solidFill>
                <a:latin typeface="Georgia"/>
              </a:rPr>
              <a:t>If you can explain what you want to a coworker, you can direct an AI agent.</a:t>
            </a:r>
          </a:p>
          <a:p>
            <a:pPr marL="228600" indent="-228600" algn="l">
              <a:spcAft>
                <a:spcPts val="1000"/>
              </a:spcAft>
              <a:buFont typeface="Arial"/>
              <a:buChar char="•"/>
            </a:pPr>
            <a:r>
              <a:rPr lang="en-US" sz="1800" dirty="0">
                <a:solidFill>
                  <a:srgbClr val="E8E4DC"/>
                </a:solidFill>
                <a:latin typeface="Georgia"/>
              </a:rPr>
              <a:t>You describe what you need. The agent builds it. You review. You redirect.</a:t>
            </a:r>
          </a:p>
          <a:p>
            <a:pPr marL="228600" indent="-228600" algn="l">
              <a:spcAft>
                <a:spcPts val="1000"/>
              </a:spcAft>
              <a:buFont typeface="Arial"/>
              <a:buChar char="•"/>
            </a:pPr>
            <a:r>
              <a:rPr lang="en-US" sz="1800" dirty="0">
                <a:solidFill>
                  <a:srgbClr val="E8E4DC"/>
                </a:solidFill>
                <a:latin typeface="Georgia"/>
              </a:rPr>
              <a:t>The thinking is yours. The speed is the AI's.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25"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26" name="EncryptedBg"/>
          <p:cNvSpPr txBox="1"/>
          <p:nvPr/>
        </p:nvSpPr>
        <p:spPr>
          <a:xfrm>
            <a:off x="5486400" y="457200"/>
            <a:ext cx="6400800" cy="5943600"/>
          </a:xfrm>
          <a:prstGeom prst="rect">
            <a:avLst/>
          </a:prstGeom>
          <a:noFill/>
          <a:ln>
            <a:noFill/>
          </a:ln>
        </p:spPr>
        <p:txBody>
          <a:bodyPr wrap="none" anchor="t"/>
          <a:lstStyle/>
          <a:p>
            <a:pPr algn="l">
              <a:lnSpc>
                <a:spcPts val="1800"/>
              </a:lnSpc>
              <a:buNone/>
            </a:pPr>
            <a:r>
              <a:rPr lang="en-US" sz="900" spc="200" dirty="0">
                <a:solidFill>
                  <a:srgbClr val="C9A84C">
                    <a:alpha val="6000"/>
                  </a:srgbClr>
                </a:solidFill>
                <a:latin typeface="Consolas"/>
              </a:rPr>
              <a:t>0xA3F7 9B2E 1D4C 8F06 E5A1 C8D3 F7B2 4690
0x7E91 3FA8 2C5D 0B67 D4F2 8A1E 6C39 B750
0x1B84 6DE0 F293 5A7C 08D1 4FE6 B3A9 2C58
0xC4D8 71F5 0E6A 39B2 A847 5C1D 6F03 E9BA
0x58A2 C7E1 3D09 F684 B15C 0A73 2EF8 D946
0x9F3B 4E27 D186 A0C5 73F4 1E8D 6B02 5CA9
0x2D71 E803 6FAC B549 1C87 5E3A 0FD2 A6B4
0xE619 8A4F C3D5 0B72 67F1 3EA8 9C24 5D0B
0x4C8E D1A6 7523 F0B9 2E84 C71F A350 6D8E
0xB35F 0C92 E7D4 186A 4FB3 A2C8 5E71 0D69
0x6A04 F8D3 1B95 C2E7 830A 4F16 D5BC 72AE
0x83C1 5E7D 4A06 FB29 D814 3C67 A0E5 9B2F
0xDF42 186B A9C3 5E70 2F84 B1D6 C738 0EA5
0x15AE 7C43 D0F8 629B E4A7 381D 5B06 CF92
0x72D9 0B5E A183 C4F6 3E07 8D2A 6F15 B4C8
0xAE60 3D8C F174 5B29 C0E3 7A46 2F18 D5B9
0x491C 8ED5 B367 0AF2 C841 3E7A 56D0 F9B2
0xF028 5CA9 7E31 D4B6 1A83 0FC5 6247 E8DA</a:t>
            </a:r>
          </a:p>
        </p:txBody>
      </p:sp>
      <p:sp>
        <p:nvSpPr>
          <p:cNvPr id="20" name="VertBar"/>
          <p:cNvSpPr/>
          <p:nvPr/>
        </p:nvSpPr>
        <p:spPr>
          <a:xfrm>
            <a:off x="914400" y="2100000"/>
            <a:ext cx="27000" cy="2400000"/>
          </a:xfrm>
          <a:prstGeom prst="rect">
            <a:avLst/>
          </a:prstGeom>
          <a:gradFill>
            <a:gsLst>
              <a:gs pos="0">
                <a:srgbClr val="FFD700"/>
              </a:gs>
              <a:gs pos="100000">
                <a:srgbClr val="C9A84C">
                  <a:alpha val="30000"/>
                </a:srgbClr>
              </a:gs>
            </a:gsLst>
            <a:lin ang="5400000" scaled="1"/>
          </a:gradFill>
          <a:ln>
            <a:noFill/>
          </a:ln>
        </p:spPr>
        <p:txBody>
          <a:bodyPr/>
          <a:lstStyle/>
          <a:p>
            <a:endParaRPr lang="en-US"/>
          </a:p>
        </p:txBody>
      </p:sp>
      <p:sp>
        <p:nvSpPr>
          <p:cNvPr id="21" name="SectionNum"/>
          <p:cNvSpPr txBox="1"/>
          <p:nvPr/>
        </p:nvSpPr>
        <p:spPr>
          <a:xfrm>
            <a:off x="1219200" y="2100000"/>
            <a:ext cx="9601200" cy="304800"/>
          </a:xfrm>
          <a:prstGeom prst="rect">
            <a:avLst/>
          </a:prstGeom>
          <a:noFill/>
          <a:ln>
            <a:noFill/>
          </a:ln>
        </p:spPr>
        <p:txBody>
          <a:bodyPr anchor="b"/>
          <a:lstStyle/>
          <a:p>
            <a:pPr algn="l">
              <a:buNone/>
            </a:pPr>
            <a:r>
              <a:rPr lang="en-US" sz="1100" spc="500" dirty="0">
                <a:solidFill>
                  <a:srgbClr val="C9A84C"/>
                </a:solidFill>
                <a:latin typeface="Georgia"/>
              </a:rPr>
              <a:t>SECTION 02</a:t>
            </a:r>
          </a:p>
        </p:txBody>
      </p:sp>
      <p:sp>
        <p:nvSpPr>
          <p:cNvPr id="22" name="SectionTitle"/>
          <p:cNvSpPr txBox="1"/>
          <p:nvPr/>
        </p:nvSpPr>
        <p:spPr>
          <a:xfrm>
            <a:off x="1219200" y="2480000"/>
            <a:ext cx="9601200" cy="914400"/>
          </a:xfrm>
          <a:prstGeom prst="rect">
            <a:avLst/>
          </a:prstGeom>
          <a:noFill/>
          <a:ln>
            <a:noFill/>
          </a:ln>
        </p:spPr>
        <p:txBody>
          <a:bodyPr anchor="t"/>
          <a:lstStyle/>
          <a:p>
            <a:pPr algn="l">
              <a:buNone/>
            </a:pPr>
            <a:r>
              <a:rPr lang="en-US" sz="3600" spc="50" dirty="0">
                <a:solidFill>
                  <a:srgbClr val="E8E4DC"/>
                </a:solidFill>
                <a:latin typeface="Georgia"/>
              </a:rPr>
              <a:t>Let's Install It</a:t>
            </a:r>
          </a:p>
        </p:txBody>
      </p:sp>
      <p:sp>
        <p:nvSpPr>
          <p:cNvPr id="23" name="SectionDesc"/>
          <p:cNvSpPr txBox="1"/>
          <p:nvPr/>
        </p:nvSpPr>
        <p:spPr>
          <a:xfrm>
            <a:off x="1219200" y="3500000"/>
            <a:ext cx="7315200" cy="609600"/>
          </a:xfrm>
          <a:prstGeom prst="rect">
            <a:avLst/>
          </a:prstGeom>
          <a:noFill/>
          <a:ln>
            <a:noFill/>
          </a:ln>
        </p:spPr>
        <p:txBody>
          <a:bodyPr anchor="t"/>
          <a:lstStyle/>
          <a:p>
            <a:pPr algn="l">
              <a:buNone/>
            </a:pPr>
            <a:r>
              <a:rPr lang="en-US" sz="1600" dirty="0">
                <a:solidFill>
                  <a:srgbClr val="8A857D"/>
                </a:solidFill>
                <a:latin typeface="Georgia"/>
              </a:rPr>
              <a:t>Everything you need -- about 10-15 minutes</a:t>
            </a:r>
          </a:p>
        </p:txBody>
      </p:sp>
      <p:sp>
        <p:nvSpPr>
          <p:cNvPr id="24" name="SectionDivider"/>
          <p:cNvSpPr/>
          <p:nvPr/>
        </p:nvSpPr>
        <p:spPr>
          <a:xfrm>
            <a:off x="1219200" y="4300000"/>
            <a:ext cx="2286000" cy="0"/>
          </a:xfrm>
          <a:prstGeom prst="line">
            <a:avLst/>
          </a:prstGeom>
          <a:ln w="9525">
            <a:solidFill>
              <a:srgbClr val="FFD700">
                <a:alpha val="40000"/>
              </a:srgbClr>
            </a:solidFill>
          </a:ln>
        </p:spPr>
        <p:txBody>
          <a:bodyPr/>
          <a:lstStyle/>
          <a:p>
            <a:endParaRPr lang="en-US"/>
          </a:p>
        </p:txBody>
      </p:sp>
      <p:sp>
        <p:nvSpPr>
          <p:cNvPr id="900" name="C901"/>
          <p:cNvSpPr/>
          <p:nvPr/>
        </p:nvSpPr>
        <p:spPr>
          <a:xfrm>
            <a:off x="152400" y="152400"/>
            <a:ext cx="4572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152400"/>
            <a:ext cx="0" cy="457200"/>
          </a:xfrm>
          <a:prstGeom prst="line">
            <a:avLst/>
          </a:prstGeom>
          <a:ln w="6350">
            <a:solidFill>
              <a:srgbClr val="C9A84C">
                <a:alpha val="30000"/>
              </a:srgbClr>
            </a:solidFill>
          </a:ln>
        </p:spPr>
        <p:txBody>
          <a:bodyPr/>
          <a:lstStyle/>
          <a:p>
            <a:endParaRPr lang="en-US"/>
          </a:p>
        </p:txBody>
      </p:sp>
      <p:sp>
        <p:nvSpPr>
          <p:cNvPr id="902" name="C903"/>
          <p:cNvSpPr/>
          <p:nvPr/>
        </p:nvSpPr>
        <p:spPr>
          <a:xfrm>
            <a:off x="609600" y="152400"/>
            <a:ext cx="0" cy="76200"/>
          </a:xfrm>
          <a:prstGeom prst="line">
            <a:avLst/>
          </a:prstGeom>
          <a:ln w="6350">
            <a:solidFill>
              <a:srgbClr val="C9A84C">
                <a:alpha val="30000"/>
              </a:srgbClr>
            </a:solidFill>
          </a:ln>
        </p:spPr>
        <p:txBody>
          <a:bodyPr/>
          <a:lstStyle/>
          <a:p>
            <a:endParaRPr lang="en-US"/>
          </a:p>
        </p:txBody>
      </p:sp>
      <p:sp>
        <p:nvSpPr>
          <p:cNvPr id="903" name="C904"/>
          <p:cNvSpPr/>
          <p:nvPr/>
        </p:nvSpPr>
        <p:spPr>
          <a:xfrm>
            <a:off x="152400" y="609600"/>
            <a:ext cx="76200" cy="0"/>
          </a:xfrm>
          <a:prstGeom prst="line">
            <a:avLst/>
          </a:prstGeom>
          <a:ln w="6350">
            <a:solidFill>
              <a:srgbClr val="C9A84C">
                <a:alpha val="30000"/>
              </a:srgbClr>
            </a:solidFill>
          </a:ln>
        </p:spPr>
        <p:txBody>
          <a:bodyPr/>
          <a:lstStyle/>
          <a:p>
            <a:endParaRPr lang="en-US"/>
          </a:p>
        </p:txBody>
      </p:sp>
      <p:sp>
        <p:nvSpPr>
          <p:cNvPr id="904" name="C905"/>
          <p:cNvSpPr/>
          <p:nvPr/>
        </p:nvSpPr>
        <p:spPr>
          <a:xfrm>
            <a:off x="304800" y="304800"/>
            <a:ext cx="304800" cy="0"/>
          </a:xfrm>
          <a:prstGeom prst="line">
            <a:avLst/>
          </a:prstGeom>
          <a:ln w="6350">
            <a:solidFill>
              <a:srgbClr val="C9A84C">
                <a:alpha val="30000"/>
              </a:srgbClr>
            </a:solidFill>
          </a:ln>
        </p:spPr>
        <p:txBody>
          <a:bodyPr/>
          <a:lstStyle/>
          <a:p>
            <a:endParaRPr lang="en-US"/>
          </a:p>
        </p:txBody>
      </p:sp>
      <p:sp>
        <p:nvSpPr>
          <p:cNvPr id="905" name="C906"/>
          <p:cNvSpPr/>
          <p:nvPr/>
        </p:nvSpPr>
        <p:spPr>
          <a:xfrm>
            <a:off x="304800" y="304800"/>
            <a:ext cx="0" cy="304800"/>
          </a:xfrm>
          <a:prstGeom prst="line">
            <a:avLst/>
          </a:prstGeom>
          <a:ln w="6350">
            <a:solidFill>
              <a:srgbClr val="C9A84C">
                <a:alpha val="30000"/>
              </a:srgbClr>
            </a:solidFill>
          </a:ln>
        </p:spPr>
        <p:txBody>
          <a:bodyPr/>
          <a:lstStyle/>
          <a:p>
            <a:endParaRPr lang="en-US"/>
          </a:p>
        </p:txBody>
      </p:sp>
      <p:sp>
        <p:nvSpPr>
          <p:cNvPr id="906" name="C907"/>
          <p:cNvSpPr/>
          <p:nvPr/>
        </p:nvSpPr>
        <p:spPr>
          <a:xfrm>
            <a:off x="609600" y="304800"/>
            <a:ext cx="0" cy="76200"/>
          </a:xfrm>
          <a:prstGeom prst="line">
            <a:avLst/>
          </a:prstGeom>
          <a:ln w="6350">
            <a:solidFill>
              <a:srgbClr val="C9A84C">
                <a:alpha val="30000"/>
              </a:srgbClr>
            </a:solidFill>
          </a:ln>
        </p:spPr>
        <p:txBody>
          <a:bodyPr/>
          <a:lstStyle/>
          <a:p>
            <a:endParaRPr lang="en-US"/>
          </a:p>
        </p:txBody>
      </p:sp>
      <p:sp>
        <p:nvSpPr>
          <p:cNvPr id="907" name="C908"/>
          <p:cNvSpPr/>
          <p:nvPr/>
        </p:nvSpPr>
        <p:spPr>
          <a:xfrm>
            <a:off x="304800" y="609600"/>
            <a:ext cx="76200" cy="0"/>
          </a:xfrm>
          <a:prstGeom prst="line">
            <a:avLst/>
          </a:prstGeom>
          <a:ln w="6350">
            <a:solidFill>
              <a:srgbClr val="C9A84C">
                <a:alpha val="30000"/>
              </a:srgbClr>
            </a:solidFill>
          </a:ln>
        </p:spPr>
        <p:txBody>
          <a:bodyPr/>
          <a:lstStyle/>
          <a:p>
            <a:endParaRPr lang="en-US"/>
          </a:p>
        </p:txBody>
      </p:sp>
      <p:sp>
        <p:nvSpPr>
          <p:cNvPr id="908" name="C909"/>
          <p:cNvSpPr/>
          <p:nvPr/>
        </p:nvSpPr>
        <p:spPr>
          <a:xfrm>
            <a:off x="11582400" y="6705600"/>
            <a:ext cx="457200" cy="0"/>
          </a:xfrm>
          <a:prstGeom prst="line">
            <a:avLst/>
          </a:prstGeom>
          <a:ln w="6350">
            <a:solidFill>
              <a:srgbClr val="C9A84C">
                <a:alpha val="30000"/>
              </a:srgbClr>
            </a:solidFill>
          </a:ln>
        </p:spPr>
        <p:txBody>
          <a:bodyPr/>
          <a:lstStyle/>
          <a:p>
            <a:endParaRPr lang="en-US"/>
          </a:p>
        </p:txBody>
      </p:sp>
      <p:sp>
        <p:nvSpPr>
          <p:cNvPr id="909" name="C910"/>
          <p:cNvSpPr/>
          <p:nvPr/>
        </p:nvSpPr>
        <p:spPr>
          <a:xfrm>
            <a:off x="12039600" y="6248400"/>
            <a:ext cx="0" cy="457200"/>
          </a:xfrm>
          <a:prstGeom prst="line">
            <a:avLst/>
          </a:prstGeom>
          <a:ln w="6350">
            <a:solidFill>
              <a:srgbClr val="C9A84C">
                <a:alpha val="30000"/>
              </a:srgbClr>
            </a:solidFill>
          </a:ln>
        </p:spPr>
        <p:txBody>
          <a:bodyPr/>
          <a:lstStyle/>
          <a:p>
            <a:endParaRPr lang="en-US"/>
          </a:p>
        </p:txBody>
      </p:sp>
      <p:sp>
        <p:nvSpPr>
          <p:cNvPr id="910" name="C911"/>
          <p:cNvSpPr/>
          <p:nvPr/>
        </p:nvSpPr>
        <p:spPr>
          <a:xfrm>
            <a:off x="11582400" y="6629400"/>
            <a:ext cx="0" cy="76200"/>
          </a:xfrm>
          <a:prstGeom prst="line">
            <a:avLst/>
          </a:prstGeom>
          <a:ln w="6350">
            <a:solidFill>
              <a:srgbClr val="C9A84C">
                <a:alpha val="30000"/>
              </a:srgbClr>
            </a:solidFill>
          </a:ln>
        </p:spPr>
        <p:txBody>
          <a:bodyPr/>
          <a:lstStyle/>
          <a:p>
            <a:endParaRPr lang="en-US"/>
          </a:p>
        </p:txBody>
      </p:sp>
      <p:sp>
        <p:nvSpPr>
          <p:cNvPr id="911" name="C912"/>
          <p:cNvSpPr/>
          <p:nvPr/>
        </p:nvSpPr>
        <p:spPr>
          <a:xfrm>
            <a:off x="11963400" y="6248400"/>
            <a:ext cx="76200" cy="0"/>
          </a:xfrm>
          <a:prstGeom prst="line">
            <a:avLst/>
          </a:prstGeom>
          <a:ln w="6350">
            <a:solidFill>
              <a:srgbClr val="C9A84C">
                <a:alpha val="30000"/>
              </a:srgbClr>
            </a:solidFill>
          </a:ln>
        </p:spPr>
        <p:txBody>
          <a:bodyPr/>
          <a:lstStyle/>
          <a:p>
            <a:endParaRPr lang="en-US"/>
          </a:p>
        </p:txBody>
      </p:sp>
      <p:sp>
        <p:nvSpPr>
          <p:cNvPr id="912" name="C913"/>
          <p:cNvSpPr/>
          <p:nvPr/>
        </p:nvSpPr>
        <p:spPr>
          <a:xfrm>
            <a:off x="11582400" y="6553200"/>
            <a:ext cx="304800" cy="0"/>
          </a:xfrm>
          <a:prstGeom prst="line">
            <a:avLst/>
          </a:prstGeom>
          <a:ln w="6350">
            <a:solidFill>
              <a:srgbClr val="C9A84C">
                <a:alpha val="30000"/>
              </a:srgbClr>
            </a:solidFill>
          </a:ln>
        </p:spPr>
        <p:txBody>
          <a:bodyPr/>
          <a:lstStyle/>
          <a:p>
            <a:endParaRPr lang="en-US"/>
          </a:p>
        </p:txBody>
      </p:sp>
      <p:sp>
        <p:nvSpPr>
          <p:cNvPr id="913" name="C914"/>
          <p:cNvSpPr/>
          <p:nvPr/>
        </p:nvSpPr>
        <p:spPr>
          <a:xfrm>
            <a:off x="11887200" y="6248400"/>
            <a:ext cx="0" cy="304800"/>
          </a:xfrm>
          <a:prstGeom prst="line">
            <a:avLst/>
          </a:prstGeom>
          <a:ln w="6350">
            <a:solidFill>
              <a:srgbClr val="C9A84C">
                <a:alpha val="30000"/>
              </a:srgbClr>
            </a:solidFill>
          </a:ln>
        </p:spPr>
        <p:txBody>
          <a:bodyPr/>
          <a:lstStyle/>
          <a:p>
            <a:endParaRPr lang="en-US"/>
          </a:p>
        </p:txBody>
      </p:sp>
      <p:sp>
        <p:nvSpPr>
          <p:cNvPr id="914" name="C915"/>
          <p:cNvSpPr/>
          <p:nvPr/>
        </p:nvSpPr>
        <p:spPr>
          <a:xfrm>
            <a:off x="11582400" y="6477000"/>
            <a:ext cx="0" cy="76200"/>
          </a:xfrm>
          <a:prstGeom prst="line">
            <a:avLst/>
          </a:prstGeom>
          <a:ln w="6350">
            <a:solidFill>
              <a:srgbClr val="C9A84C">
                <a:alpha val="30000"/>
              </a:srgbClr>
            </a:solidFill>
          </a:ln>
        </p:spPr>
        <p:txBody>
          <a:bodyPr/>
          <a:lstStyle/>
          <a:p>
            <a:endParaRPr lang="en-US"/>
          </a:p>
        </p:txBody>
      </p:sp>
      <p:sp>
        <p:nvSpPr>
          <p:cNvPr id="915" name="C916"/>
          <p:cNvSpPr/>
          <p:nvPr/>
        </p:nvSpPr>
        <p:spPr>
          <a:xfrm>
            <a:off x="11811000" y="6248400"/>
            <a:ext cx="76200" cy="0"/>
          </a:xfrm>
          <a:prstGeom prst="line">
            <a:avLst/>
          </a:prstGeom>
          <a:ln w="6350">
            <a:solidFill>
              <a:srgbClr val="C9A84C">
                <a:alpha val="30000"/>
              </a:srgbClr>
            </a:solidFill>
          </a:ln>
        </p:spPr>
        <p:txBody>
          <a:bodyPr/>
          <a:lstStyle/>
          <a:p>
            <a:endParaRPr lang="en-US"/>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96"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0xE619 8A4F C3D5 0B72 67F1 3EA8 9C24 5D0B 4C8E D1A6 7523 F0B9</a:t>
            </a:r>
          </a:p>
        </p:txBody>
      </p:sp>
      <p:sp>
        <p:nvSpPr>
          <p:cNvPr id="95"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80" name="Timeline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Installation</a:t>
            </a:r>
          </a:p>
        </p:txBody>
      </p:sp>
      <p:sp>
        <p:nvSpPr>
          <p:cNvPr id="81" name="TimelineDivider"/>
          <p:cNvSpPr/>
          <p:nvPr/>
        </p:nvSpPr>
        <p:spPr>
          <a:xfrm>
            <a:off x="609600" y="1028700"/>
            <a:ext cx="1143000" cy="0"/>
          </a:xfrm>
          <a:prstGeom prst="line">
            <a:avLst/>
          </a:prstGeom>
          <a:ln w="12700">
            <a:solidFill>
              <a:srgbClr val="FFD700"/>
            </a:solidFill>
          </a:ln>
        </p:spPr>
        <p:txBody>
          <a:bodyPr/>
          <a:lstStyle/>
          <a:p>
            <a:endParaRPr lang="en-US"/>
          </a:p>
        </p:txBody>
      </p:sp>
      <p:sp>
        <p:nvSpPr>
          <p:cNvPr id="82" name="ConnectLine"/>
          <p:cNvSpPr/>
          <p:nvPr/>
        </p:nvSpPr>
        <p:spPr>
          <a:xfrm>
            <a:off x="1295400" y="3048000"/>
            <a:ext cx="9601200" cy="0"/>
          </a:xfrm>
          <a:prstGeom prst="line">
            <a:avLst/>
          </a:prstGeom>
          <a:ln w="12700">
            <a:solidFill>
              <a:srgbClr val="C9A84C">
                <a:alpha val="30000"/>
              </a:srgbClr>
            </a:solidFill>
          </a:ln>
        </p:spPr>
        <p:txBody>
          <a:bodyPr/>
          <a:lstStyle/>
          <a:p>
            <a:endParaRPr lang="en-US"/>
          </a:p>
        </p:txBody>
      </p:sp>
      <p:sp>
        <p:nvSpPr>
          <p:cNvPr id="83" name="StepCircle0"/>
          <p:cNvSpPr/>
          <p:nvPr/>
        </p:nvSpPr>
        <p:spPr>
          <a:xfrm>
            <a:off x="18211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01</a:t>
            </a:r>
          </a:p>
        </p:txBody>
      </p:sp>
      <p:sp>
        <p:nvSpPr>
          <p:cNvPr id="84" name="StepTitle0"/>
          <p:cNvSpPr txBox="1"/>
          <p:nvPr/>
        </p:nvSpPr>
        <p:spPr>
          <a:xfrm>
            <a:off x="8382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VS CODE</a:t>
            </a:r>
          </a:p>
        </p:txBody>
      </p:sp>
      <p:sp>
        <p:nvSpPr>
          <p:cNvPr id="85" name="StepDesc0"/>
          <p:cNvSpPr txBox="1"/>
          <p:nvPr/>
        </p:nvSpPr>
        <p:spPr>
          <a:xfrm>
            <a:off x="838200" y="3855720"/>
            <a:ext cx="2514600" cy="1371600"/>
          </a:xfrm>
          <a:prstGeom prst="rect">
            <a:avLst/>
          </a:prstGeom>
          <a:noFill/>
          <a:ln>
            <a:noFill/>
          </a:ln>
        </p:spPr>
        <p:txBody>
          <a:bodyPr anchor="t"/>
          <a:lstStyle/>
          <a:p>
            <a:pPr algn="ctr">
              <a:buNone/>
            </a:pPr>
            <a:r>
              <a:rPr lang="en-US" sz="1400" dirty="0">
                <a:solidFill>
                  <a:srgbClr val="8A857D"/>
                </a:solidFill>
                <a:latin typeface="Georgia"/>
              </a:rPr>
              <a:t>Go to code.visualstudio.com. Download. Install. Open it.</a:t>
            </a:r>
          </a:p>
        </p:txBody>
      </p:sp>
      <p:sp>
        <p:nvSpPr>
          <p:cNvPr id="86" name="StepCircle1"/>
          <p:cNvSpPr/>
          <p:nvPr/>
        </p:nvSpPr>
        <p:spPr>
          <a:xfrm>
            <a:off x="43357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02</a:t>
            </a:r>
          </a:p>
        </p:txBody>
      </p:sp>
      <p:sp>
        <p:nvSpPr>
          <p:cNvPr id="87" name="StepTitle1"/>
          <p:cNvSpPr txBox="1"/>
          <p:nvPr/>
        </p:nvSpPr>
        <p:spPr>
          <a:xfrm>
            <a:off x="33528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EXTENSION</a:t>
            </a:r>
          </a:p>
        </p:txBody>
      </p:sp>
      <p:sp>
        <p:nvSpPr>
          <p:cNvPr id="88" name="StepDesc1"/>
          <p:cNvSpPr txBox="1"/>
          <p:nvPr/>
        </p:nvSpPr>
        <p:spPr>
          <a:xfrm>
            <a:off x="3352800" y="3855720"/>
            <a:ext cx="2514600" cy="1371600"/>
          </a:xfrm>
          <a:prstGeom prst="rect">
            <a:avLst/>
          </a:prstGeom>
          <a:noFill/>
          <a:ln>
            <a:noFill/>
          </a:ln>
        </p:spPr>
        <p:txBody>
          <a:bodyPr anchor="t"/>
          <a:lstStyle/>
          <a:p>
            <a:pPr algn="ctr">
              <a:buNone/>
            </a:pPr>
            <a:r>
              <a:rPr lang="en-US" sz="1400" dirty="0">
                <a:solidFill>
                  <a:srgbClr val="8A857D"/>
                </a:solidFill>
                <a:latin typeface="Georgia"/>
              </a:rPr>
              <a:t>Extensions icon &gt; Search 'Claude Code' &gt; Install the one by Anthropic.</a:t>
            </a:r>
          </a:p>
        </p:txBody>
      </p:sp>
      <p:sp>
        <p:nvSpPr>
          <p:cNvPr id="89" name="StepCircle2"/>
          <p:cNvSpPr/>
          <p:nvPr/>
        </p:nvSpPr>
        <p:spPr>
          <a:xfrm>
            <a:off x="68503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03</a:t>
            </a:r>
          </a:p>
        </p:txBody>
      </p:sp>
      <p:sp>
        <p:nvSpPr>
          <p:cNvPr id="90" name="StepTitle2"/>
          <p:cNvSpPr txBox="1"/>
          <p:nvPr/>
        </p:nvSpPr>
        <p:spPr>
          <a:xfrm>
            <a:off x="58674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SIGN IN</a:t>
            </a:r>
          </a:p>
        </p:txBody>
      </p:sp>
      <p:sp>
        <p:nvSpPr>
          <p:cNvPr id="91" name="StepDesc2"/>
          <p:cNvSpPr txBox="1"/>
          <p:nvPr/>
        </p:nvSpPr>
        <p:spPr>
          <a:xfrm>
            <a:off x="5867400" y="3855720"/>
            <a:ext cx="2514600" cy="1371600"/>
          </a:xfrm>
          <a:prstGeom prst="rect">
            <a:avLst/>
          </a:prstGeom>
          <a:noFill/>
          <a:ln>
            <a:noFill/>
          </a:ln>
        </p:spPr>
        <p:txBody>
          <a:bodyPr anchor="t"/>
          <a:lstStyle/>
          <a:p>
            <a:pPr algn="ctr">
              <a:buNone/>
            </a:pPr>
            <a:r>
              <a:rPr lang="en-US" sz="1400" dirty="0">
                <a:solidFill>
                  <a:srgbClr val="8A857D"/>
                </a:solidFill>
                <a:latin typeface="Georgia"/>
              </a:rPr>
              <a:t>Click Claude icon &gt; Sign in &gt; Log in at claude.ai with Pro account ($20/mo).</a:t>
            </a:r>
          </a:p>
        </p:txBody>
      </p:sp>
      <p:sp>
        <p:nvSpPr>
          <p:cNvPr id="92" name="StepCircle3"/>
          <p:cNvSpPr/>
          <p:nvPr/>
        </p:nvSpPr>
        <p:spPr>
          <a:xfrm>
            <a:off x="93649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04</a:t>
            </a:r>
          </a:p>
        </p:txBody>
      </p:sp>
      <p:sp>
        <p:nvSpPr>
          <p:cNvPr id="93" name="StepTitle3"/>
          <p:cNvSpPr txBox="1"/>
          <p:nvPr/>
        </p:nvSpPr>
        <p:spPr>
          <a:xfrm>
            <a:off x="83820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FIRST FILE</a:t>
            </a:r>
          </a:p>
        </p:txBody>
      </p:sp>
      <p:sp>
        <p:nvSpPr>
          <p:cNvPr id="94" name="StepDesc3"/>
          <p:cNvSpPr txBox="1"/>
          <p:nvPr/>
        </p:nvSpPr>
        <p:spPr>
          <a:xfrm>
            <a:off x="8382000" y="3855720"/>
            <a:ext cx="2514600" cy="1371600"/>
          </a:xfrm>
          <a:prstGeom prst="rect">
            <a:avLst/>
          </a:prstGeom>
          <a:noFill/>
          <a:ln>
            <a:noFill/>
          </a:ln>
        </p:spPr>
        <p:txBody>
          <a:bodyPr anchor="t"/>
          <a:lstStyle/>
          <a:p>
            <a:pPr algn="ctr">
              <a:buNone/>
            </a:pPr>
            <a:r>
              <a:rPr lang="en-US" sz="1400" dirty="0">
                <a:solidFill>
                  <a:srgbClr val="8A857D"/>
                </a:solidFill>
                <a:latin typeface="Georgia"/>
              </a:rPr>
              <a:t>Create a folder. Open it in VS Code. Type a request. Watch the file appear.</a:t>
            </a:r>
          </a:p>
        </p:txBody>
      </p:sp>
      <p:sp>
        <p:nvSpPr>
          <p:cNvPr id="900" name="C901"/>
          <p:cNvSpPr/>
          <p:nvPr/>
        </p:nvSpPr>
        <p:spPr>
          <a:xfrm>
            <a:off x="152400" y="228600"/>
            <a:ext cx="685800" cy="0"/>
          </a:xfrm>
          <a:prstGeom prst="line">
            <a:avLst/>
          </a:prstGeom>
          <a:ln w="6350">
            <a:solidFill>
              <a:srgbClr val="C9A84C">
                <a:alpha val="30000"/>
              </a:srgbClr>
            </a:solidFill>
          </a:ln>
        </p:spPr>
        <p:txBody>
          <a:bodyPr/>
          <a:lstStyle/>
          <a:p>
            <a:endParaRPr lang="en-US"/>
          </a:p>
        </p:txBody>
      </p:sp>
      <p:sp>
        <p:nvSpPr>
          <p:cNvPr id="901" name="C902"/>
          <p:cNvSpPr/>
          <p:nvPr/>
        </p:nvSpPr>
        <p:spPr>
          <a:xfrm>
            <a:off x="228600" y="152400"/>
            <a:ext cx="0" cy="685800"/>
          </a:xfrm>
          <a:prstGeom prst="line">
            <a:avLst/>
          </a:prstGeom>
          <a:ln w="6350">
            <a:solidFill>
              <a:srgbClr val="C9A84C">
                <a:alpha val="30000"/>
              </a:srgbClr>
            </a:solidFill>
          </a:ln>
        </p:spPr>
        <p:txBody>
          <a:bodyPr/>
          <a:lstStyle/>
          <a:p>
            <a:endParaRPr lang="en-US"/>
          </a:p>
        </p:txBody>
      </p:sp>
      <p:sp>
        <p:nvSpPr>
          <p:cNvPr id="902" name="C903"/>
          <p:cNvSpPr/>
          <p:nvPr/>
        </p:nvSpPr>
        <p:spPr>
          <a:xfrm>
            <a:off x="487680" y="533400"/>
            <a:ext cx="91440" cy="0"/>
          </a:xfrm>
          <a:prstGeom prst="line">
            <a:avLst/>
          </a:prstGeom>
          <a:ln w="6350">
            <a:solidFill>
              <a:srgbClr val="C9A84C">
                <a:alpha val="30000"/>
              </a:srgbClr>
            </a:solidFill>
          </a:ln>
        </p:spPr>
        <p:txBody>
          <a:bodyPr/>
          <a:lstStyle/>
          <a:p>
            <a:endParaRPr lang="en-US"/>
          </a:p>
        </p:txBody>
      </p:sp>
      <p:sp>
        <p:nvSpPr>
          <p:cNvPr id="903" name="C904"/>
          <p:cNvSpPr/>
          <p:nvPr/>
        </p:nvSpPr>
        <p:spPr>
          <a:xfrm>
            <a:off x="533400" y="487680"/>
            <a:ext cx="0" cy="91440"/>
          </a:xfrm>
          <a:prstGeom prst="line">
            <a:avLst/>
          </a:prstGeom>
          <a:ln w="6350">
            <a:solidFill>
              <a:srgbClr val="C9A84C">
                <a:alpha val="30000"/>
              </a:srgbClr>
            </a:solidFill>
          </a:ln>
        </p:spPr>
        <p:txBody>
          <a:bodyPr/>
          <a:lstStyle/>
          <a:p>
            <a:endParaRPr lang="en-US"/>
          </a:p>
        </p:txBody>
      </p:sp>
      <p:sp>
        <p:nvSpPr>
          <p:cNvPr id="904" name="C905"/>
          <p:cNvSpPr/>
          <p:nvPr/>
        </p:nvSpPr>
        <p:spPr>
          <a:xfrm>
            <a:off x="11353800" y="6629400"/>
            <a:ext cx="685800" cy="0"/>
          </a:xfrm>
          <a:prstGeom prst="line">
            <a:avLst/>
          </a:prstGeom>
          <a:ln w="6350">
            <a:solidFill>
              <a:srgbClr val="C9A84C">
                <a:alpha val="30000"/>
              </a:srgbClr>
            </a:solidFill>
          </a:ln>
        </p:spPr>
        <p:txBody>
          <a:bodyPr/>
          <a:lstStyle/>
          <a:p>
            <a:endParaRPr lang="en-US"/>
          </a:p>
        </p:txBody>
      </p:sp>
      <p:sp>
        <p:nvSpPr>
          <p:cNvPr id="905" name="C906"/>
          <p:cNvSpPr/>
          <p:nvPr/>
        </p:nvSpPr>
        <p:spPr>
          <a:xfrm>
            <a:off x="11963400" y="6019800"/>
            <a:ext cx="0" cy="685800"/>
          </a:xfrm>
          <a:prstGeom prst="line">
            <a:avLst/>
          </a:prstGeom>
          <a:ln w="6350">
            <a:solidFill>
              <a:srgbClr val="C9A84C">
                <a:alpha val="30000"/>
              </a:srgbClr>
            </a:solidFill>
          </a:ln>
        </p:spPr>
        <p:txBody>
          <a:bodyPr/>
          <a:lstStyle/>
          <a:p>
            <a:endParaRPr lang="en-US"/>
          </a:p>
        </p:txBody>
      </p:sp>
      <p:sp>
        <p:nvSpPr>
          <p:cNvPr id="906" name="C907"/>
          <p:cNvSpPr/>
          <p:nvPr/>
        </p:nvSpPr>
        <p:spPr>
          <a:xfrm>
            <a:off x="11612880" y="6324600"/>
            <a:ext cx="91440" cy="0"/>
          </a:xfrm>
          <a:prstGeom prst="line">
            <a:avLst/>
          </a:prstGeom>
          <a:ln w="6350">
            <a:solidFill>
              <a:srgbClr val="C9A84C">
                <a:alpha val="30000"/>
              </a:srgbClr>
            </a:solidFill>
          </a:ln>
        </p:spPr>
        <p:txBody>
          <a:bodyPr/>
          <a:lstStyle/>
          <a:p>
            <a:endParaRPr lang="en-US"/>
          </a:p>
        </p:txBody>
      </p:sp>
      <p:sp>
        <p:nvSpPr>
          <p:cNvPr id="907" name="C908"/>
          <p:cNvSpPr/>
          <p:nvPr/>
        </p:nvSpPr>
        <p:spPr>
          <a:xfrm>
            <a:off x="11658600" y="6278880"/>
            <a:ext cx="0" cy="91440"/>
          </a:xfrm>
          <a:prstGeom prst="line">
            <a:avLst/>
          </a:prstGeom>
          <a:ln w="6350">
            <a:solidFill>
              <a:srgbClr val="C9A84C">
                <a:alpha val="30000"/>
              </a:srgbClr>
            </a:solidFill>
          </a:ln>
        </p:spPr>
        <p:txBody>
          <a:bodyPr/>
          <a:lstStyle/>
          <a:p>
            <a:endParaRPr lang="en-US"/>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34"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900" name="Corner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orner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CornerDia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orner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orner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orner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CornerDia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
        <p:nvSpPr>
          <p:cNvPr id="3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37"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0xA3F7 9B2E 1D4C 8F06 E5A1 C8D3 F7B2 4690 7E91 3FA8 2C5D 0B67</a:t>
            </a:r>
          </a:p>
        </p:txBody>
      </p:sp>
      <p:sp>
        <p:nvSpPr>
          <p:cNvPr id="31" name="ContentOverline"/>
          <p:cNvSpPr txBox="1"/>
          <p:nvPr/>
        </p:nvSpPr>
        <p:spPr>
          <a:xfrm>
            <a:off x="762000" y="304800"/>
            <a:ext cx="5486400" cy="274320"/>
          </a:xfrm>
          <a:prstGeom prst="rect">
            <a:avLst/>
          </a:prstGeom>
          <a:noFill/>
          <a:ln>
            <a:noFill/>
          </a:ln>
        </p:spPr>
        <p:txBody>
          <a:bodyPr anchor="b"/>
          <a:lstStyle/>
          <a:p>
            <a:pPr algn="l">
              <a:buNone/>
            </a:pPr>
            <a:r>
              <a:rPr lang="en-US" sz="1000" spc="500" dirty="0">
                <a:solidFill>
                  <a:srgbClr val="C9A84C"/>
                </a:solidFill>
                <a:latin typeface="Georgia"/>
              </a:rPr>
              <a:t>KEY CONCEPT</a:t>
            </a:r>
          </a:p>
        </p:txBody>
      </p:sp>
      <p:sp>
        <p:nvSpPr>
          <p:cNvPr id="32" name="ContentTitle"/>
          <p:cNvSpPr txBox="1"/>
          <p:nvPr/>
        </p:nvSpPr>
        <p:spPr>
          <a:xfrm>
            <a:off x="762000" y="579120"/>
            <a:ext cx="10972800" cy="609600"/>
          </a:xfrm>
          <a:prstGeom prst="rect">
            <a:avLst/>
          </a:prstGeom>
          <a:noFill/>
          <a:ln>
            <a:noFill/>
          </a:ln>
        </p:spPr>
        <p:txBody>
          <a:bodyPr anchor="t"/>
          <a:lstStyle/>
          <a:p>
            <a:pPr algn="l">
              <a:buNone/>
            </a:pPr>
            <a:r>
              <a:rPr lang="en-US" sz="2800" spc="50" dirty="0">
                <a:solidFill>
                  <a:srgbClr val="E8E4DC"/>
                </a:solidFill>
                <a:latin typeface="Georgia"/>
              </a:rPr>
              <a:t>Website vs. Agent</a:t>
            </a:r>
          </a:p>
        </p:txBody>
      </p:sp>
      <p:sp>
        <p:nvSpPr>
          <p:cNvPr id="33" name="TitleDivider"/>
          <p:cNvSpPr/>
          <p:nvPr/>
        </p:nvSpPr>
        <p:spPr>
          <a:xfrm>
            <a:off x="762000" y="1295400"/>
            <a:ext cx="1143000" cy="0"/>
          </a:xfrm>
          <a:prstGeom prst="line">
            <a:avLst/>
          </a:prstGeom>
          <a:ln w="12700">
            <a:solidFill>
              <a:srgbClr val="FFD700"/>
            </a:solidFill>
          </a:ln>
        </p:spPr>
        <p:txBody>
          <a:bodyPr/>
          <a:lstStyle/>
          <a:p>
            <a:endParaRPr lang="en-US"/>
          </a:p>
        </p:txBody>
      </p:sp>
      <p:sp>
        <p:nvSpPr>
          <p:cNvPr id="38" name="ContentCard"/>
          <p:cNvSpPr/>
          <p:nvPr/>
        </p:nvSpPr>
        <p:spPr>
          <a:xfrm>
            <a:off x="762000" y="1524000"/>
            <a:ext cx="11049000" cy="4876800"/>
          </a:xfrm>
          <a:prstGeom prst="rect">
            <a:avLst/>
          </a:prstGeom>
          <a:solidFill>
            <a:srgbClr val="0A0A0A"/>
          </a:solidFill>
          <a:ln w="6350">
            <a:solidFill>
              <a:srgbClr val="FFD700">
                <a:alpha val="8000"/>
              </a:srgbClr>
            </a:solidFill>
          </a:ln>
          <a:effectLst>
            <a:outerShdw blurRad="76200" dist="25400" dir="5400000" algn="bl" rotWithShape="0">
              <a:srgbClr val="C9A84C">
                <a:alpha val="10000"/>
              </a:srgbClr>
            </a:outerShdw>
          </a:effectLst>
        </p:spPr>
        <p:txBody>
          <a:bodyPr/>
          <a:lstStyle/>
          <a:p>
            <a:endParaRPr lang="en-US"/>
          </a:p>
        </p:txBody>
      </p:sp>
      <p:sp>
        <p:nvSpPr>
          <p:cNvPr id="39" name="ContentBody"/>
          <p:cNvSpPr txBox="1"/>
          <p:nvPr/>
        </p:nvSpPr>
        <p:spPr>
          <a:xfrm>
            <a:off x="990600" y="1752600"/>
            <a:ext cx="10591800" cy="4419600"/>
          </a:xfrm>
          <a:prstGeom prst="rect">
            <a:avLst/>
          </a:prstGeom>
          <a:noFill/>
          <a:ln>
            <a:noFill/>
          </a:ln>
        </p:spPr>
        <p:txBody>
          <a:bodyPr anchor="t"/>
          <a:lstStyle/>
          <a:p>
            <a:pPr marL="228600" indent="-228600" algn="l">
              <a:spcAft>
                <a:spcPts val="1000"/>
              </a:spcAft>
              <a:buFont typeface="Arial"/>
              <a:buChar char="•"/>
            </a:pPr>
            <a:r>
              <a:rPr lang="en-US" sz="1800" dirty="0">
                <a:solidFill>
                  <a:srgbClr val="E8E4DC"/>
                </a:solidFill>
                <a:latin typeface="Georgia"/>
              </a:rPr>
              <a:t>claude.ai (the website) is a chatbot in a browser. That's vibing.</a:t>
            </a:r>
          </a:p>
          <a:p>
            <a:pPr marL="228600" indent="-228600" algn="l">
              <a:spcAft>
                <a:spcPts val="1000"/>
              </a:spcAft>
              <a:buFont typeface="Arial"/>
              <a:buChar char="•"/>
            </a:pPr>
            <a:r>
              <a:rPr lang="en-US" sz="1800" dirty="0">
                <a:solidFill>
                  <a:srgbClr val="E8E4DC"/>
                </a:solidFill>
                <a:latin typeface="Georgia"/>
              </a:rPr>
              <a:t>Claude Code (in VS Code) is an agent on your computer. That's directing.</a:t>
            </a:r>
          </a:p>
          <a:p>
            <a:pPr marL="228600" indent="-228600" algn="l">
              <a:spcAft>
                <a:spcPts val="1000"/>
              </a:spcAft>
              <a:buFont typeface="Arial"/>
              <a:buChar char="•"/>
            </a:pPr>
            <a:r>
              <a:rPr lang="en-US" sz="1800" dirty="0">
                <a:solidFill>
                  <a:srgbClr val="E8E4DC"/>
                </a:solidFill>
                <a:latin typeface="Georgia"/>
              </a:rPr>
              <a:t>Same company. Same AI. Completely different experience.</a:t>
            </a:r>
          </a:p>
          <a:p>
            <a:pPr marL="228600" indent="-228600" algn="l">
              <a:spcAft>
                <a:spcPts val="1000"/>
              </a:spcAft>
              <a:buFont typeface="Arial"/>
              <a:buChar char="•"/>
            </a:pPr>
            <a:r>
              <a:rPr lang="en-US" sz="1800" dirty="0">
                <a:solidFill>
                  <a:srgbClr val="E8E4DC"/>
                </a:solidFill>
                <a:latin typeface="Georgia"/>
              </a:rPr>
              <a:t>You're paying for Pro because it unlocks Claude Code -- the agent.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34"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900" name="Corner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orner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CornerDia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orner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orner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orner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CornerDia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
        <p:nvSpPr>
          <p:cNvPr id="3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37"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0xA3F7 9B2E 1D4C 8F06 E5A1 C8D3 F7B2 4690 7E91 3FA8 2C5D 0B67</a:t>
            </a:r>
          </a:p>
        </p:txBody>
      </p:sp>
      <p:sp>
        <p:nvSpPr>
          <p:cNvPr id="31" name="ContentOverline"/>
          <p:cNvSpPr txBox="1"/>
          <p:nvPr/>
        </p:nvSpPr>
        <p:spPr>
          <a:xfrm>
            <a:off x="762000" y="304800"/>
            <a:ext cx="5486400" cy="274320"/>
          </a:xfrm>
          <a:prstGeom prst="rect">
            <a:avLst/>
          </a:prstGeom>
          <a:noFill/>
          <a:ln>
            <a:noFill/>
          </a:ln>
        </p:spPr>
        <p:txBody>
          <a:bodyPr anchor="b"/>
          <a:lstStyle/>
          <a:p>
            <a:pPr algn="l">
              <a:buNone/>
            </a:pPr>
            <a:r>
              <a:rPr lang="en-US" sz="1000" spc="500" dirty="0">
                <a:solidFill>
                  <a:srgbClr val="C9A84C"/>
                </a:solidFill>
                <a:latin typeface="Georgia"/>
              </a:rPr>
              <a:t>HANDS ON</a:t>
            </a:r>
          </a:p>
        </p:txBody>
      </p:sp>
      <p:sp>
        <p:nvSpPr>
          <p:cNvPr id="32" name="ContentTitle"/>
          <p:cNvSpPr txBox="1"/>
          <p:nvPr/>
        </p:nvSpPr>
        <p:spPr>
          <a:xfrm>
            <a:off x="762000" y="579120"/>
            <a:ext cx="10972800" cy="609600"/>
          </a:xfrm>
          <a:prstGeom prst="rect">
            <a:avLst/>
          </a:prstGeom>
          <a:noFill/>
          <a:ln>
            <a:noFill/>
          </a:ln>
        </p:spPr>
        <p:txBody>
          <a:bodyPr anchor="t"/>
          <a:lstStyle/>
          <a:p>
            <a:pPr algn="l">
              <a:buNone/>
            </a:pPr>
            <a:r>
              <a:rPr lang="en-US" sz="2800" spc="50" dirty="0">
                <a:solidFill>
                  <a:srgbClr val="E8E4DC"/>
                </a:solidFill>
                <a:latin typeface="Georgia"/>
              </a:rPr>
              <a:t>Your First Conversation</a:t>
            </a:r>
          </a:p>
        </p:txBody>
      </p:sp>
      <p:sp>
        <p:nvSpPr>
          <p:cNvPr id="33" name="TitleDivider"/>
          <p:cNvSpPr/>
          <p:nvPr/>
        </p:nvSpPr>
        <p:spPr>
          <a:xfrm>
            <a:off x="762000" y="1295400"/>
            <a:ext cx="1143000" cy="0"/>
          </a:xfrm>
          <a:prstGeom prst="line">
            <a:avLst/>
          </a:prstGeom>
          <a:ln w="12700">
            <a:solidFill>
              <a:srgbClr val="FFD700"/>
            </a:solidFill>
          </a:ln>
        </p:spPr>
        <p:txBody>
          <a:bodyPr/>
          <a:lstStyle/>
          <a:p>
            <a:endParaRPr lang="en-US"/>
          </a:p>
        </p:txBody>
      </p:sp>
      <p:sp>
        <p:nvSpPr>
          <p:cNvPr id="38" name="ContentCard"/>
          <p:cNvSpPr/>
          <p:nvPr/>
        </p:nvSpPr>
        <p:spPr>
          <a:xfrm>
            <a:off x="762000" y="1524000"/>
            <a:ext cx="11049000" cy="4876800"/>
          </a:xfrm>
          <a:prstGeom prst="rect">
            <a:avLst/>
          </a:prstGeom>
          <a:solidFill>
            <a:srgbClr val="0A0A0A"/>
          </a:solidFill>
          <a:ln w="6350">
            <a:solidFill>
              <a:srgbClr val="FFD700">
                <a:alpha val="8000"/>
              </a:srgbClr>
            </a:solidFill>
          </a:ln>
          <a:effectLst>
            <a:outerShdw blurRad="76200" dist="25400" dir="5400000" algn="bl" rotWithShape="0">
              <a:srgbClr val="C9A84C">
                <a:alpha val="10000"/>
              </a:srgbClr>
            </a:outerShdw>
          </a:effectLst>
        </p:spPr>
        <p:txBody>
          <a:bodyPr/>
          <a:lstStyle/>
          <a:p>
            <a:endParaRPr lang="en-US"/>
          </a:p>
        </p:txBody>
      </p:sp>
      <p:sp>
        <p:nvSpPr>
          <p:cNvPr id="39" name="ContentBody"/>
          <p:cNvSpPr txBox="1"/>
          <p:nvPr/>
        </p:nvSpPr>
        <p:spPr>
          <a:xfrm>
            <a:off x="990600" y="1752600"/>
            <a:ext cx="10591800" cy="4419600"/>
          </a:xfrm>
          <a:prstGeom prst="rect">
            <a:avLst/>
          </a:prstGeom>
          <a:noFill/>
          <a:ln>
            <a:noFill/>
          </a:ln>
        </p:spPr>
        <p:txBody>
          <a:bodyPr anchor="t"/>
          <a:lstStyle/>
          <a:p>
            <a:pPr marL="228600" indent="-228600" algn="l">
              <a:spcAft>
                <a:spcPts val="1000"/>
              </a:spcAft>
              <a:buFont typeface="Arial"/>
              <a:buChar char="•"/>
            </a:pPr>
            <a:r>
              <a:rPr lang="en-US" sz="1800" dirty="0">
                <a:solidFill>
                  <a:srgbClr val="E8E4DC"/>
                </a:solidFill>
                <a:latin typeface="Georgia"/>
              </a:rPr>
              <a:t>Create a folder: 'My Agent Control Center' (Desktop or Documents)</a:t>
            </a:r>
          </a:p>
          <a:p>
            <a:pPr marL="228600" indent="-228600" algn="l">
              <a:spcAft>
                <a:spcPts val="1000"/>
              </a:spcAft>
              <a:buFont typeface="Arial"/>
              <a:buChar char="•"/>
            </a:pPr>
            <a:r>
              <a:rPr lang="en-US" sz="1800" dirty="0">
                <a:solidFill>
                  <a:srgbClr val="E8E4DC"/>
                </a:solidFill>
                <a:latin typeface="Georgia"/>
              </a:rPr>
              <a:t>In VS Code: File &gt; Open Folder &gt; select it</a:t>
            </a:r>
          </a:p>
          <a:p>
            <a:pPr marL="228600" indent="-228600" algn="l">
              <a:spcAft>
                <a:spcPts val="1000"/>
              </a:spcAft>
              <a:buFont typeface="Arial"/>
              <a:buChar char="•"/>
            </a:pPr>
            <a:r>
              <a:rPr lang="en-US" sz="1800" dirty="0">
                <a:solidFill>
                  <a:srgbClr val="E8E4DC"/>
                </a:solidFill>
                <a:latin typeface="Georgia"/>
              </a:rPr>
              <a:t>Type: 'Create a file called hello.md with an introduction to this workspace'</a:t>
            </a:r>
          </a:p>
          <a:p>
            <a:pPr marL="228600" indent="-228600" algn="l">
              <a:spcAft>
                <a:spcPts val="1000"/>
              </a:spcAft>
              <a:buFont typeface="Arial"/>
              <a:buChar char="•"/>
            </a:pPr>
            <a:r>
              <a:rPr lang="en-US" sz="1800" dirty="0">
                <a:solidFill>
                  <a:srgbClr val="E8E4DC"/>
                </a:solidFill>
                <a:latin typeface="Georgia"/>
              </a:rPr>
              <a:t>Click Allow when asked. Watch the file appear. Click it. Read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25"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26" name="EncryptedBg"/>
          <p:cNvSpPr txBox="1"/>
          <p:nvPr/>
        </p:nvSpPr>
        <p:spPr>
          <a:xfrm>
            <a:off x="5486400" y="457200"/>
            <a:ext cx="6400800" cy="5943600"/>
          </a:xfrm>
          <a:prstGeom prst="rect">
            <a:avLst/>
          </a:prstGeom>
          <a:noFill/>
          <a:ln>
            <a:noFill/>
          </a:ln>
        </p:spPr>
        <p:txBody>
          <a:bodyPr wrap="none" anchor="t"/>
          <a:lstStyle/>
          <a:p>
            <a:pPr algn="l">
              <a:lnSpc>
                <a:spcPts val="1800"/>
              </a:lnSpc>
              <a:buNone/>
            </a:pPr>
            <a:r>
              <a:rPr lang="en-US" sz="900" spc="200" dirty="0">
                <a:solidFill>
                  <a:srgbClr val="C9A84C">
                    <a:alpha val="6000"/>
                  </a:srgbClr>
                </a:solidFill>
                <a:latin typeface="Consolas"/>
              </a:rPr>
              <a:t>0xA3F7 9B2E 1D4C 8F06 E5A1 C8D3 F7B2 4690
0x7E91 3FA8 2C5D 0B67 D4F2 8A1E 6C39 B750
0x1B84 6DE0 F293 5A7C 08D1 4FE6 B3A9 2C58
0xC4D8 71F5 0E6A 39B2 A847 5C1D 6F03 E9BA
0x58A2 C7E1 3D09 F684 B15C 0A73 2EF8 D946
0x9F3B 4E27 D186 A0C5 73F4 1E8D 6B02 5CA9
0x2D71 E803 6FAC B549 1C87 5E3A 0FD2 A6B4
0xE619 8A4F C3D5 0B72 67F1 3EA8 9C24 5D0B
0x4C8E D1A6 7523 F0B9 2E84 C71F A350 6D8E
0xB35F 0C92 E7D4 186A 4FB3 A2C8 5E71 0D69
0x6A04 F8D3 1B95 C2E7 830A 4F16 D5BC 72AE
0x83C1 5E7D 4A06 FB29 D814 3C67 A0E5 9B2F
0xDF42 186B A9C3 5E70 2F84 B1D6 C738 0EA5
0x15AE 7C43 D0F8 629B E4A7 381D 5B06 CF92
0x72D9 0B5E A183 C4F6 3E07 8D2A 6F15 B4C8
0xAE60 3D8C F174 5B29 C0E3 7A46 2F18 D5B9
0x491C 8ED5 B367 0AF2 C841 3E7A 56D0 F9B2
0xF028 5CA9 7E31 D4B6 1A83 0FC5 6247 E8DA</a:t>
            </a:r>
          </a:p>
        </p:txBody>
      </p:sp>
      <p:sp>
        <p:nvSpPr>
          <p:cNvPr id="20" name="VertBar"/>
          <p:cNvSpPr/>
          <p:nvPr/>
        </p:nvSpPr>
        <p:spPr>
          <a:xfrm>
            <a:off x="914400" y="2100000"/>
            <a:ext cx="27000" cy="2400000"/>
          </a:xfrm>
          <a:prstGeom prst="rect">
            <a:avLst/>
          </a:prstGeom>
          <a:gradFill>
            <a:gsLst>
              <a:gs pos="0">
                <a:srgbClr val="FFD700"/>
              </a:gs>
              <a:gs pos="100000">
                <a:srgbClr val="C9A84C">
                  <a:alpha val="30000"/>
                </a:srgbClr>
              </a:gs>
            </a:gsLst>
            <a:lin ang="5400000" scaled="1"/>
          </a:gradFill>
          <a:ln>
            <a:noFill/>
          </a:ln>
        </p:spPr>
        <p:txBody>
          <a:bodyPr/>
          <a:lstStyle/>
          <a:p>
            <a:endParaRPr lang="en-US"/>
          </a:p>
        </p:txBody>
      </p:sp>
      <p:sp>
        <p:nvSpPr>
          <p:cNvPr id="21" name="SectionNum"/>
          <p:cNvSpPr txBox="1"/>
          <p:nvPr/>
        </p:nvSpPr>
        <p:spPr>
          <a:xfrm>
            <a:off x="1219200" y="2100000"/>
            <a:ext cx="9601200" cy="304800"/>
          </a:xfrm>
          <a:prstGeom prst="rect">
            <a:avLst/>
          </a:prstGeom>
          <a:noFill/>
          <a:ln>
            <a:noFill/>
          </a:ln>
        </p:spPr>
        <p:txBody>
          <a:bodyPr anchor="b"/>
          <a:lstStyle/>
          <a:p>
            <a:pPr algn="l">
              <a:buNone/>
            </a:pPr>
            <a:r>
              <a:rPr lang="en-US" sz="1100" spc="500" dirty="0">
                <a:solidFill>
                  <a:srgbClr val="C9A84C"/>
                </a:solidFill>
                <a:latin typeface="Georgia"/>
              </a:rPr>
              <a:t>SECTION 03</a:t>
            </a:r>
          </a:p>
        </p:txBody>
      </p:sp>
      <p:sp>
        <p:nvSpPr>
          <p:cNvPr id="22" name="SectionTitle"/>
          <p:cNvSpPr txBox="1"/>
          <p:nvPr/>
        </p:nvSpPr>
        <p:spPr>
          <a:xfrm>
            <a:off x="1219200" y="2480000"/>
            <a:ext cx="9601200" cy="914400"/>
          </a:xfrm>
          <a:prstGeom prst="rect">
            <a:avLst/>
          </a:prstGeom>
          <a:noFill/>
          <a:ln>
            <a:noFill/>
          </a:ln>
        </p:spPr>
        <p:txBody>
          <a:bodyPr anchor="t"/>
          <a:lstStyle/>
          <a:p>
            <a:pPr algn="l">
              <a:buNone/>
            </a:pPr>
            <a:r>
              <a:rPr lang="en-US" sz="3600" spc="50" dirty="0">
                <a:solidFill>
                  <a:srgbClr val="E8E4DC"/>
                </a:solidFill>
                <a:latin typeface="Georgia"/>
              </a:rPr>
              <a:t>Now Do Something Real</a:t>
            </a:r>
          </a:p>
        </p:txBody>
      </p:sp>
      <p:sp>
        <p:nvSpPr>
          <p:cNvPr id="23" name="SectionDesc"/>
          <p:cNvSpPr txBox="1"/>
          <p:nvPr/>
        </p:nvSpPr>
        <p:spPr>
          <a:xfrm>
            <a:off x="1219200" y="3500000"/>
            <a:ext cx="7315200" cy="609600"/>
          </a:xfrm>
          <a:prstGeom prst="rect">
            <a:avLst/>
          </a:prstGeom>
          <a:noFill/>
          <a:ln>
            <a:noFill/>
          </a:ln>
        </p:spPr>
        <p:txBody>
          <a:bodyPr anchor="t"/>
          <a:lstStyle/>
          <a:p>
            <a:pPr algn="l">
              <a:buNone/>
            </a:pPr>
            <a:r>
              <a:rPr lang="en-US" sz="1600" dirty="0">
                <a:solidFill>
                  <a:srgbClr val="8A857D"/>
                </a:solidFill>
                <a:latin typeface="Georgia"/>
              </a:rPr>
              <a:t>Pick a real project. Direct the agent. See the difference.</a:t>
            </a:r>
          </a:p>
        </p:txBody>
      </p:sp>
      <p:sp>
        <p:nvSpPr>
          <p:cNvPr id="24" name="SectionDivider"/>
          <p:cNvSpPr/>
          <p:nvPr/>
        </p:nvSpPr>
        <p:spPr>
          <a:xfrm>
            <a:off x="1219200" y="4300000"/>
            <a:ext cx="2286000" cy="0"/>
          </a:xfrm>
          <a:prstGeom prst="line">
            <a:avLst/>
          </a:prstGeom>
          <a:ln w="9525">
            <a:solidFill>
              <a:srgbClr val="FFD700">
                <a:alpha val="40000"/>
              </a:srgbClr>
            </a:solidFill>
          </a:ln>
        </p:spPr>
        <p:txBody>
          <a:bodyPr/>
          <a:lstStyle/>
          <a:p>
            <a:endParaRPr lang="en-US"/>
          </a:p>
        </p:txBody>
      </p:sp>
      <p:sp>
        <p:nvSpPr>
          <p:cNvPr id="900" name="C901"/>
          <p:cNvSpPr/>
          <p:nvPr/>
        </p:nvSpPr>
        <p:spPr>
          <a:xfrm>
            <a:off x="152400" y="152400"/>
            <a:ext cx="4572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152400"/>
            <a:ext cx="0" cy="457200"/>
          </a:xfrm>
          <a:prstGeom prst="line">
            <a:avLst/>
          </a:prstGeom>
          <a:ln w="6350">
            <a:solidFill>
              <a:srgbClr val="C9A84C">
                <a:alpha val="30000"/>
              </a:srgbClr>
            </a:solidFill>
          </a:ln>
        </p:spPr>
        <p:txBody>
          <a:bodyPr/>
          <a:lstStyle/>
          <a:p>
            <a:endParaRPr lang="en-US"/>
          </a:p>
        </p:txBody>
      </p:sp>
      <p:sp>
        <p:nvSpPr>
          <p:cNvPr id="902" name="C903"/>
          <p:cNvSpPr/>
          <p:nvPr/>
        </p:nvSpPr>
        <p:spPr>
          <a:xfrm>
            <a:off x="609600" y="152400"/>
            <a:ext cx="0" cy="76200"/>
          </a:xfrm>
          <a:prstGeom prst="line">
            <a:avLst/>
          </a:prstGeom>
          <a:ln w="6350">
            <a:solidFill>
              <a:srgbClr val="C9A84C">
                <a:alpha val="30000"/>
              </a:srgbClr>
            </a:solidFill>
          </a:ln>
        </p:spPr>
        <p:txBody>
          <a:bodyPr/>
          <a:lstStyle/>
          <a:p>
            <a:endParaRPr lang="en-US"/>
          </a:p>
        </p:txBody>
      </p:sp>
      <p:sp>
        <p:nvSpPr>
          <p:cNvPr id="903" name="C904"/>
          <p:cNvSpPr/>
          <p:nvPr/>
        </p:nvSpPr>
        <p:spPr>
          <a:xfrm>
            <a:off x="152400" y="609600"/>
            <a:ext cx="76200" cy="0"/>
          </a:xfrm>
          <a:prstGeom prst="line">
            <a:avLst/>
          </a:prstGeom>
          <a:ln w="6350">
            <a:solidFill>
              <a:srgbClr val="C9A84C">
                <a:alpha val="30000"/>
              </a:srgbClr>
            </a:solidFill>
          </a:ln>
        </p:spPr>
        <p:txBody>
          <a:bodyPr/>
          <a:lstStyle/>
          <a:p>
            <a:endParaRPr lang="en-US"/>
          </a:p>
        </p:txBody>
      </p:sp>
      <p:sp>
        <p:nvSpPr>
          <p:cNvPr id="904" name="C905"/>
          <p:cNvSpPr/>
          <p:nvPr/>
        </p:nvSpPr>
        <p:spPr>
          <a:xfrm>
            <a:off x="304800" y="304800"/>
            <a:ext cx="304800" cy="0"/>
          </a:xfrm>
          <a:prstGeom prst="line">
            <a:avLst/>
          </a:prstGeom>
          <a:ln w="6350">
            <a:solidFill>
              <a:srgbClr val="C9A84C">
                <a:alpha val="30000"/>
              </a:srgbClr>
            </a:solidFill>
          </a:ln>
        </p:spPr>
        <p:txBody>
          <a:bodyPr/>
          <a:lstStyle/>
          <a:p>
            <a:endParaRPr lang="en-US"/>
          </a:p>
        </p:txBody>
      </p:sp>
      <p:sp>
        <p:nvSpPr>
          <p:cNvPr id="905" name="C906"/>
          <p:cNvSpPr/>
          <p:nvPr/>
        </p:nvSpPr>
        <p:spPr>
          <a:xfrm>
            <a:off x="304800" y="304800"/>
            <a:ext cx="0" cy="304800"/>
          </a:xfrm>
          <a:prstGeom prst="line">
            <a:avLst/>
          </a:prstGeom>
          <a:ln w="6350">
            <a:solidFill>
              <a:srgbClr val="C9A84C">
                <a:alpha val="30000"/>
              </a:srgbClr>
            </a:solidFill>
          </a:ln>
        </p:spPr>
        <p:txBody>
          <a:bodyPr/>
          <a:lstStyle/>
          <a:p>
            <a:endParaRPr lang="en-US"/>
          </a:p>
        </p:txBody>
      </p:sp>
      <p:sp>
        <p:nvSpPr>
          <p:cNvPr id="906" name="C907"/>
          <p:cNvSpPr/>
          <p:nvPr/>
        </p:nvSpPr>
        <p:spPr>
          <a:xfrm>
            <a:off x="609600" y="304800"/>
            <a:ext cx="0" cy="76200"/>
          </a:xfrm>
          <a:prstGeom prst="line">
            <a:avLst/>
          </a:prstGeom>
          <a:ln w="6350">
            <a:solidFill>
              <a:srgbClr val="C9A84C">
                <a:alpha val="30000"/>
              </a:srgbClr>
            </a:solidFill>
          </a:ln>
        </p:spPr>
        <p:txBody>
          <a:bodyPr/>
          <a:lstStyle/>
          <a:p>
            <a:endParaRPr lang="en-US"/>
          </a:p>
        </p:txBody>
      </p:sp>
      <p:sp>
        <p:nvSpPr>
          <p:cNvPr id="907" name="C908"/>
          <p:cNvSpPr/>
          <p:nvPr/>
        </p:nvSpPr>
        <p:spPr>
          <a:xfrm>
            <a:off x="304800" y="609600"/>
            <a:ext cx="76200" cy="0"/>
          </a:xfrm>
          <a:prstGeom prst="line">
            <a:avLst/>
          </a:prstGeom>
          <a:ln w="6350">
            <a:solidFill>
              <a:srgbClr val="C9A84C">
                <a:alpha val="30000"/>
              </a:srgbClr>
            </a:solidFill>
          </a:ln>
        </p:spPr>
        <p:txBody>
          <a:bodyPr/>
          <a:lstStyle/>
          <a:p>
            <a:endParaRPr lang="en-US"/>
          </a:p>
        </p:txBody>
      </p:sp>
      <p:sp>
        <p:nvSpPr>
          <p:cNvPr id="908" name="C909"/>
          <p:cNvSpPr/>
          <p:nvPr/>
        </p:nvSpPr>
        <p:spPr>
          <a:xfrm>
            <a:off x="11582400" y="6705600"/>
            <a:ext cx="457200" cy="0"/>
          </a:xfrm>
          <a:prstGeom prst="line">
            <a:avLst/>
          </a:prstGeom>
          <a:ln w="6350">
            <a:solidFill>
              <a:srgbClr val="C9A84C">
                <a:alpha val="30000"/>
              </a:srgbClr>
            </a:solidFill>
          </a:ln>
        </p:spPr>
        <p:txBody>
          <a:bodyPr/>
          <a:lstStyle/>
          <a:p>
            <a:endParaRPr lang="en-US"/>
          </a:p>
        </p:txBody>
      </p:sp>
      <p:sp>
        <p:nvSpPr>
          <p:cNvPr id="909" name="C910"/>
          <p:cNvSpPr/>
          <p:nvPr/>
        </p:nvSpPr>
        <p:spPr>
          <a:xfrm>
            <a:off x="12039600" y="6248400"/>
            <a:ext cx="0" cy="457200"/>
          </a:xfrm>
          <a:prstGeom prst="line">
            <a:avLst/>
          </a:prstGeom>
          <a:ln w="6350">
            <a:solidFill>
              <a:srgbClr val="C9A84C">
                <a:alpha val="30000"/>
              </a:srgbClr>
            </a:solidFill>
          </a:ln>
        </p:spPr>
        <p:txBody>
          <a:bodyPr/>
          <a:lstStyle/>
          <a:p>
            <a:endParaRPr lang="en-US"/>
          </a:p>
        </p:txBody>
      </p:sp>
      <p:sp>
        <p:nvSpPr>
          <p:cNvPr id="910" name="C911"/>
          <p:cNvSpPr/>
          <p:nvPr/>
        </p:nvSpPr>
        <p:spPr>
          <a:xfrm>
            <a:off x="11582400" y="6629400"/>
            <a:ext cx="0" cy="76200"/>
          </a:xfrm>
          <a:prstGeom prst="line">
            <a:avLst/>
          </a:prstGeom>
          <a:ln w="6350">
            <a:solidFill>
              <a:srgbClr val="C9A84C">
                <a:alpha val="30000"/>
              </a:srgbClr>
            </a:solidFill>
          </a:ln>
        </p:spPr>
        <p:txBody>
          <a:bodyPr/>
          <a:lstStyle/>
          <a:p>
            <a:endParaRPr lang="en-US"/>
          </a:p>
        </p:txBody>
      </p:sp>
      <p:sp>
        <p:nvSpPr>
          <p:cNvPr id="911" name="C912"/>
          <p:cNvSpPr/>
          <p:nvPr/>
        </p:nvSpPr>
        <p:spPr>
          <a:xfrm>
            <a:off x="11963400" y="6248400"/>
            <a:ext cx="76200" cy="0"/>
          </a:xfrm>
          <a:prstGeom prst="line">
            <a:avLst/>
          </a:prstGeom>
          <a:ln w="6350">
            <a:solidFill>
              <a:srgbClr val="C9A84C">
                <a:alpha val="30000"/>
              </a:srgbClr>
            </a:solidFill>
          </a:ln>
        </p:spPr>
        <p:txBody>
          <a:bodyPr/>
          <a:lstStyle/>
          <a:p>
            <a:endParaRPr lang="en-US"/>
          </a:p>
        </p:txBody>
      </p:sp>
      <p:sp>
        <p:nvSpPr>
          <p:cNvPr id="912" name="C913"/>
          <p:cNvSpPr/>
          <p:nvPr/>
        </p:nvSpPr>
        <p:spPr>
          <a:xfrm>
            <a:off x="11582400" y="6553200"/>
            <a:ext cx="304800" cy="0"/>
          </a:xfrm>
          <a:prstGeom prst="line">
            <a:avLst/>
          </a:prstGeom>
          <a:ln w="6350">
            <a:solidFill>
              <a:srgbClr val="C9A84C">
                <a:alpha val="30000"/>
              </a:srgbClr>
            </a:solidFill>
          </a:ln>
        </p:spPr>
        <p:txBody>
          <a:bodyPr/>
          <a:lstStyle/>
          <a:p>
            <a:endParaRPr lang="en-US"/>
          </a:p>
        </p:txBody>
      </p:sp>
      <p:sp>
        <p:nvSpPr>
          <p:cNvPr id="913" name="C914"/>
          <p:cNvSpPr/>
          <p:nvPr/>
        </p:nvSpPr>
        <p:spPr>
          <a:xfrm>
            <a:off x="11887200" y="6248400"/>
            <a:ext cx="0" cy="304800"/>
          </a:xfrm>
          <a:prstGeom prst="line">
            <a:avLst/>
          </a:prstGeom>
          <a:ln w="6350">
            <a:solidFill>
              <a:srgbClr val="C9A84C">
                <a:alpha val="30000"/>
              </a:srgbClr>
            </a:solidFill>
          </a:ln>
        </p:spPr>
        <p:txBody>
          <a:bodyPr/>
          <a:lstStyle/>
          <a:p>
            <a:endParaRPr lang="en-US"/>
          </a:p>
        </p:txBody>
      </p:sp>
      <p:sp>
        <p:nvSpPr>
          <p:cNvPr id="914" name="C915"/>
          <p:cNvSpPr/>
          <p:nvPr/>
        </p:nvSpPr>
        <p:spPr>
          <a:xfrm>
            <a:off x="11582400" y="6477000"/>
            <a:ext cx="0" cy="76200"/>
          </a:xfrm>
          <a:prstGeom prst="line">
            <a:avLst/>
          </a:prstGeom>
          <a:ln w="6350">
            <a:solidFill>
              <a:srgbClr val="C9A84C">
                <a:alpha val="30000"/>
              </a:srgbClr>
            </a:solidFill>
          </a:ln>
        </p:spPr>
        <p:txBody>
          <a:bodyPr/>
          <a:lstStyle/>
          <a:p>
            <a:endParaRPr lang="en-US"/>
          </a:p>
        </p:txBody>
      </p:sp>
      <p:sp>
        <p:nvSpPr>
          <p:cNvPr id="915" name="C916"/>
          <p:cNvSpPr/>
          <p:nvPr/>
        </p:nvSpPr>
        <p:spPr>
          <a:xfrm>
            <a:off x="11811000" y="6248400"/>
            <a:ext cx="76200" cy="0"/>
          </a:xfrm>
          <a:prstGeom prst="line">
            <a:avLst/>
          </a:prstGeom>
          <a:ln w="6350">
            <a:solidFill>
              <a:srgbClr val="C9A84C">
                <a:alpha val="30000"/>
              </a:srgbClr>
            </a:solidFill>
          </a:ln>
        </p:spPr>
        <p:txBody>
          <a:bodyPr/>
          <a:lstStyle/>
          <a:p>
            <a:endParaRPr lang="en-US"/>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34"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900" name="Corner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orner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CornerDia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orner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orner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orner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CornerDia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
        <p:nvSpPr>
          <p:cNvPr id="3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37"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0xA3F7 9B2E 1D4C 8F06 E5A1 C8D3 F7B2 4690 7E91 3FA8 2C5D 0B67</a:t>
            </a:r>
          </a:p>
        </p:txBody>
      </p:sp>
      <p:sp>
        <p:nvSpPr>
          <p:cNvPr id="31" name="ContentOverline"/>
          <p:cNvSpPr txBox="1"/>
          <p:nvPr/>
        </p:nvSpPr>
        <p:spPr>
          <a:xfrm>
            <a:off x="762000" y="304800"/>
            <a:ext cx="5486400" cy="274320"/>
          </a:xfrm>
          <a:prstGeom prst="rect">
            <a:avLst/>
          </a:prstGeom>
          <a:noFill/>
          <a:ln>
            <a:noFill/>
          </a:ln>
        </p:spPr>
        <p:txBody>
          <a:bodyPr anchor="b"/>
          <a:lstStyle/>
          <a:p>
            <a:pPr algn="l">
              <a:buNone/>
            </a:pPr>
            <a:r>
              <a:rPr lang="en-US" sz="1000" spc="500" dirty="0">
                <a:solidFill>
                  <a:srgbClr val="C9A84C"/>
                </a:solidFill>
                <a:latin typeface="Georgia"/>
              </a:rPr>
              <a:t>YOUR PROJECT</a:t>
            </a:r>
          </a:p>
        </p:txBody>
      </p:sp>
      <p:sp>
        <p:nvSpPr>
          <p:cNvPr id="32" name="ContentTitle"/>
          <p:cNvSpPr txBox="1"/>
          <p:nvPr/>
        </p:nvSpPr>
        <p:spPr>
          <a:xfrm>
            <a:off x="762000" y="579120"/>
            <a:ext cx="10972800" cy="609600"/>
          </a:xfrm>
          <a:prstGeom prst="rect">
            <a:avLst/>
          </a:prstGeom>
          <a:noFill/>
          <a:ln>
            <a:noFill/>
          </a:ln>
        </p:spPr>
        <p:txBody>
          <a:bodyPr anchor="t"/>
          <a:lstStyle/>
          <a:p>
            <a:pPr algn="l">
              <a:buNone/>
            </a:pPr>
            <a:r>
              <a:rPr lang="en-US" sz="2800" spc="50" dirty="0">
                <a:solidFill>
                  <a:srgbClr val="E8E4DC"/>
                </a:solidFill>
                <a:latin typeface="Georgia"/>
              </a:rPr>
              <a:t>Pick Something You Actually Need</a:t>
            </a:r>
          </a:p>
        </p:txBody>
      </p:sp>
      <p:sp>
        <p:nvSpPr>
          <p:cNvPr id="33" name="TitleDivider"/>
          <p:cNvSpPr/>
          <p:nvPr/>
        </p:nvSpPr>
        <p:spPr>
          <a:xfrm>
            <a:off x="762000" y="1295400"/>
            <a:ext cx="1143000" cy="0"/>
          </a:xfrm>
          <a:prstGeom prst="line">
            <a:avLst/>
          </a:prstGeom>
          <a:ln w="12700">
            <a:solidFill>
              <a:srgbClr val="FFD700"/>
            </a:solidFill>
          </a:ln>
        </p:spPr>
        <p:txBody>
          <a:bodyPr/>
          <a:lstStyle/>
          <a:p>
            <a:endParaRPr lang="en-US"/>
          </a:p>
        </p:txBody>
      </p:sp>
      <p:sp>
        <p:nvSpPr>
          <p:cNvPr id="38" name="ContentCard"/>
          <p:cNvSpPr/>
          <p:nvPr/>
        </p:nvSpPr>
        <p:spPr>
          <a:xfrm>
            <a:off x="762000" y="1524000"/>
            <a:ext cx="11049000" cy="4876800"/>
          </a:xfrm>
          <a:prstGeom prst="rect">
            <a:avLst/>
          </a:prstGeom>
          <a:solidFill>
            <a:srgbClr val="0A0A0A"/>
          </a:solidFill>
          <a:ln w="6350">
            <a:solidFill>
              <a:srgbClr val="FFD700">
                <a:alpha val="8000"/>
              </a:srgbClr>
            </a:solidFill>
          </a:ln>
          <a:effectLst>
            <a:outerShdw blurRad="76200" dist="25400" dir="5400000" algn="bl" rotWithShape="0">
              <a:srgbClr val="C9A84C">
                <a:alpha val="10000"/>
              </a:srgbClr>
            </a:outerShdw>
          </a:effectLst>
        </p:spPr>
        <p:txBody>
          <a:bodyPr/>
          <a:lstStyle/>
          <a:p>
            <a:endParaRPr lang="en-US"/>
          </a:p>
        </p:txBody>
      </p:sp>
      <p:sp>
        <p:nvSpPr>
          <p:cNvPr id="39" name="ContentBody"/>
          <p:cNvSpPr txBox="1"/>
          <p:nvPr/>
        </p:nvSpPr>
        <p:spPr>
          <a:xfrm>
            <a:off x="990600" y="1752600"/>
            <a:ext cx="10591800" cy="4419600"/>
          </a:xfrm>
          <a:prstGeom prst="rect">
            <a:avLst/>
          </a:prstGeom>
          <a:noFill/>
          <a:ln>
            <a:noFill/>
          </a:ln>
        </p:spPr>
        <p:txBody>
          <a:bodyPr anchor="t"/>
          <a:lstStyle/>
          <a:p>
            <a:pPr marL="228600" indent="-228600" algn="l">
              <a:spcAft>
                <a:spcPts val="1000"/>
              </a:spcAft>
              <a:buFont typeface="Arial"/>
              <a:buChar char="•"/>
            </a:pPr>
            <a:r>
              <a:rPr lang="en-US" sz="1800" dirty="0">
                <a:solidFill>
                  <a:srgbClr val="E8E4DC"/>
                </a:solidFill>
                <a:latin typeface="Georgia"/>
              </a:rPr>
              <a:t>A plan you haven't made. Research you've been putting off.</a:t>
            </a:r>
          </a:p>
          <a:p>
            <a:pPr marL="228600" indent="-228600" algn="l">
              <a:spcAft>
                <a:spcPts val="1000"/>
              </a:spcAft>
              <a:buFont typeface="Arial"/>
              <a:buChar char="•"/>
            </a:pPr>
            <a:r>
              <a:rPr lang="en-US" sz="1800" dirty="0">
                <a:solidFill>
                  <a:srgbClr val="E8E4DC"/>
                </a:solidFill>
                <a:latin typeface="Georgia"/>
              </a:rPr>
              <a:t>A letter you haven't written. A budget for an upcoming event.</a:t>
            </a:r>
          </a:p>
          <a:p>
            <a:pPr marL="228600" indent="-228600" algn="l">
              <a:spcAft>
                <a:spcPts val="1000"/>
              </a:spcAft>
              <a:buFont typeface="Arial"/>
              <a:buChar char="•"/>
            </a:pPr>
            <a:r>
              <a:rPr lang="en-US" sz="1800" dirty="0">
                <a:solidFill>
                  <a:srgbClr val="E8E4DC"/>
                </a:solidFill>
                <a:latin typeface="Georgia"/>
              </a:rPr>
              <a:t>A comparison you need to make. A guide you wish existed.</a:t>
            </a:r>
          </a:p>
          <a:p>
            <a:pPr marL="228600" indent="-228600" algn="l">
              <a:spcAft>
                <a:spcPts val="1000"/>
              </a:spcAft>
              <a:buFont typeface="Arial"/>
              <a:buChar char="•"/>
            </a:pPr>
            <a:r>
              <a:rPr lang="en-US" sz="1800" dirty="0">
                <a:solidFill>
                  <a:srgbClr val="E8E4DC"/>
                </a:solidFill>
                <a:latin typeface="Georgia"/>
              </a:rPr>
              <a:t>Pick one. Something specific. Something you'll actually use.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50" name="QuoteLineTop"/>
          <p:cNvSpPr/>
          <p:nvPr/>
        </p:nvSpPr>
        <p:spPr>
          <a:xfrm>
            <a:off x="5181600" y="1600200"/>
            <a:ext cx="1828800" cy="0"/>
          </a:xfrm>
          <a:prstGeom prst="line">
            <a:avLst/>
          </a:prstGeom>
          <a:ln w="9525">
            <a:solidFill>
              <a:srgbClr val="C9A84C"/>
            </a:solidFill>
          </a:ln>
        </p:spPr>
        <p:txBody>
          <a:bodyPr/>
          <a:lstStyle/>
          <a:p>
            <a:endParaRPr lang="en-US"/>
          </a:p>
        </p:txBody>
      </p:sp>
      <p:sp>
        <p:nvSpPr>
          <p:cNvPr id="51" name="QuoteText"/>
          <p:cNvSpPr txBox="1"/>
          <p:nvPr/>
        </p:nvSpPr>
        <p:spPr>
          <a:xfrm>
            <a:off x="1371600" y="1828800"/>
            <a:ext cx="9448800" cy="2286000"/>
          </a:xfrm>
          <a:prstGeom prst="rect">
            <a:avLst/>
          </a:prstGeom>
          <a:noFill/>
          <a:ln>
            <a:noFill/>
          </a:ln>
        </p:spPr>
        <p:txBody>
          <a:bodyPr anchor="ctr"/>
          <a:lstStyle/>
          <a:p>
            <a:pPr algn="ctr">
              <a:lnSpc>
                <a:spcPts val="3600"/>
              </a:lnSpc>
              <a:buNone/>
            </a:pPr>
            <a:r>
              <a:rPr lang="en-US" sz="2600" i="1" dirty="0">
                <a:solidFill>
                  <a:srgbClr val="FFD700"/>
                </a:solidFill>
                <a:latin typeface="Georgia"/>
              </a:rPr>
              <a:t>"I'm planning a monthly meetup. I need a logistics plan, three session agendas, and a budget assuming I'm paying out of pocket. Put everything in organized files."</a:t>
            </a:r>
          </a:p>
        </p:txBody>
      </p:sp>
      <p:sp>
        <p:nvSpPr>
          <p:cNvPr id="52" name="QuoteLineBottom"/>
          <p:cNvSpPr/>
          <p:nvPr/>
        </p:nvSpPr>
        <p:spPr>
          <a:xfrm>
            <a:off x="5181600" y="4267200"/>
            <a:ext cx="1828800" cy="0"/>
          </a:xfrm>
          <a:prstGeom prst="line">
            <a:avLst/>
          </a:prstGeom>
          <a:ln w="9525">
            <a:solidFill>
              <a:srgbClr val="C9A84C"/>
            </a:solidFill>
          </a:ln>
        </p:spPr>
        <p:txBody>
          <a:bodyPr/>
          <a:lstStyle/>
          <a:p>
            <a:endParaRPr lang="en-US"/>
          </a:p>
        </p:txBody>
      </p:sp>
      <p:sp>
        <p:nvSpPr>
          <p:cNvPr id="53" name="QuoteAttrib"/>
          <p:cNvSpPr txBox="1"/>
          <p:nvPr/>
        </p:nvSpPr>
        <p:spPr>
          <a:xfrm>
            <a:off x="1371600" y="4419600"/>
            <a:ext cx="9448800" cy="381000"/>
          </a:xfrm>
          <a:prstGeom prst="rect">
            <a:avLst/>
          </a:prstGeom>
          <a:noFill/>
          <a:ln>
            <a:noFill/>
          </a:ln>
        </p:spPr>
        <p:txBody>
          <a:bodyPr anchor="t"/>
          <a:lstStyle/>
          <a:p>
            <a:pPr algn="ctr">
              <a:buNone/>
            </a:pPr>
            <a:r>
              <a:rPr lang="en-US" sz="1200" spc="300" dirty="0">
                <a:solidFill>
                  <a:srgbClr val="8A857D"/>
                </a:solidFill>
                <a:latin typeface="Georgia"/>
              </a:rPr>
              <a:t>— EXAMPLE PROMPT</a:t>
            </a:r>
          </a:p>
        </p:txBody>
      </p:sp>
      <p:sp>
        <p:nvSpPr>
          <p:cNvPr id="900" name="C901"/>
          <p:cNvSpPr/>
          <p:nvPr/>
        </p:nvSpPr>
        <p:spPr>
          <a:xfrm>
            <a:off x="152400" y="152400"/>
            <a:ext cx="6096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152400"/>
            <a:ext cx="0" cy="609600"/>
          </a:xfrm>
          <a:prstGeom prst="line">
            <a:avLst/>
          </a:prstGeom>
          <a:ln w="6350">
            <a:solidFill>
              <a:srgbClr val="C9A84C">
                <a:alpha val="30000"/>
              </a:srgbClr>
            </a:solidFill>
          </a:ln>
        </p:spPr>
        <p:txBody>
          <a:bodyPr/>
          <a:lstStyle/>
          <a:p>
            <a:endParaRPr lang="en-US"/>
          </a:p>
        </p:txBody>
      </p:sp>
      <p:sp>
        <p:nvSpPr>
          <p:cNvPr id="902" name="C903"/>
          <p:cNvSpPr/>
          <p:nvPr/>
        </p:nvSpPr>
        <p:spPr>
          <a:xfrm>
            <a:off x="304800" y="304800"/>
            <a:ext cx="457200" cy="0"/>
          </a:xfrm>
          <a:prstGeom prst="line">
            <a:avLst/>
          </a:prstGeom>
          <a:ln w="6350">
            <a:solidFill>
              <a:srgbClr val="C9A84C">
                <a:alpha val="30000"/>
              </a:srgbClr>
            </a:solidFill>
          </a:ln>
        </p:spPr>
        <p:txBody>
          <a:bodyPr/>
          <a:lstStyle/>
          <a:p>
            <a:endParaRPr lang="en-US"/>
          </a:p>
        </p:txBody>
      </p:sp>
      <p:sp>
        <p:nvSpPr>
          <p:cNvPr id="903" name="C904"/>
          <p:cNvSpPr/>
          <p:nvPr/>
        </p:nvSpPr>
        <p:spPr>
          <a:xfrm>
            <a:off x="304800" y="304800"/>
            <a:ext cx="0" cy="457200"/>
          </a:xfrm>
          <a:prstGeom prst="line">
            <a:avLst/>
          </a:prstGeom>
          <a:ln w="6350">
            <a:solidFill>
              <a:srgbClr val="C9A84C">
                <a:alpha val="30000"/>
              </a:srgbClr>
            </a:solidFill>
          </a:ln>
        </p:spPr>
        <p:txBody>
          <a:bodyPr/>
          <a:lstStyle/>
          <a:p>
            <a:endParaRPr lang="en-US"/>
          </a:p>
        </p:txBody>
      </p:sp>
      <p:sp>
        <p:nvSpPr>
          <p:cNvPr id="904" name="C905"/>
          <p:cNvSpPr/>
          <p:nvPr/>
        </p:nvSpPr>
        <p:spPr>
          <a:xfrm>
            <a:off x="457200" y="457200"/>
            <a:ext cx="304800" cy="0"/>
          </a:xfrm>
          <a:prstGeom prst="line">
            <a:avLst/>
          </a:prstGeom>
          <a:ln w="6350">
            <a:solidFill>
              <a:srgbClr val="C9A84C">
                <a:alpha val="30000"/>
              </a:srgbClr>
            </a:solidFill>
          </a:ln>
        </p:spPr>
        <p:txBody>
          <a:bodyPr/>
          <a:lstStyle/>
          <a:p>
            <a:endParaRPr lang="en-US"/>
          </a:p>
        </p:txBody>
      </p:sp>
      <p:sp>
        <p:nvSpPr>
          <p:cNvPr id="905" name="C906"/>
          <p:cNvSpPr/>
          <p:nvPr/>
        </p:nvSpPr>
        <p:spPr>
          <a:xfrm>
            <a:off x="457200" y="457200"/>
            <a:ext cx="0" cy="304800"/>
          </a:xfrm>
          <a:prstGeom prst="line">
            <a:avLst/>
          </a:prstGeom>
          <a:ln w="6350">
            <a:solidFill>
              <a:srgbClr val="C9A84C">
                <a:alpha val="30000"/>
              </a:srgbClr>
            </a:solidFill>
          </a:ln>
        </p:spPr>
        <p:txBody>
          <a:bodyPr/>
          <a:lstStyle/>
          <a:p>
            <a:endParaRPr lang="en-US"/>
          </a:p>
        </p:txBody>
      </p:sp>
      <p:sp>
        <p:nvSpPr>
          <p:cNvPr id="906" name="C907"/>
          <p:cNvSpPr/>
          <p:nvPr/>
        </p:nvSpPr>
        <p:spPr>
          <a:xfrm>
            <a:off x="11430000" y="6705600"/>
            <a:ext cx="609600" cy="0"/>
          </a:xfrm>
          <a:prstGeom prst="line">
            <a:avLst/>
          </a:prstGeom>
          <a:ln w="6350">
            <a:solidFill>
              <a:srgbClr val="C9A84C">
                <a:alpha val="30000"/>
              </a:srgbClr>
            </a:solidFill>
          </a:ln>
        </p:spPr>
        <p:txBody>
          <a:bodyPr/>
          <a:lstStyle/>
          <a:p>
            <a:endParaRPr lang="en-US"/>
          </a:p>
        </p:txBody>
      </p:sp>
      <p:sp>
        <p:nvSpPr>
          <p:cNvPr id="907" name="C908"/>
          <p:cNvSpPr/>
          <p:nvPr/>
        </p:nvSpPr>
        <p:spPr>
          <a:xfrm>
            <a:off x="12039600" y="6096000"/>
            <a:ext cx="0" cy="609600"/>
          </a:xfrm>
          <a:prstGeom prst="line">
            <a:avLst/>
          </a:prstGeom>
          <a:ln w="6350">
            <a:solidFill>
              <a:srgbClr val="C9A84C">
                <a:alpha val="30000"/>
              </a:srgbClr>
            </a:solidFill>
          </a:ln>
        </p:spPr>
        <p:txBody>
          <a:bodyPr/>
          <a:lstStyle/>
          <a:p>
            <a:endParaRPr lang="en-US"/>
          </a:p>
        </p:txBody>
      </p:sp>
      <p:sp>
        <p:nvSpPr>
          <p:cNvPr id="908" name="C909"/>
          <p:cNvSpPr/>
          <p:nvPr/>
        </p:nvSpPr>
        <p:spPr>
          <a:xfrm>
            <a:off x="11430000" y="6553200"/>
            <a:ext cx="457200" cy="0"/>
          </a:xfrm>
          <a:prstGeom prst="line">
            <a:avLst/>
          </a:prstGeom>
          <a:ln w="6350">
            <a:solidFill>
              <a:srgbClr val="C9A84C">
                <a:alpha val="30000"/>
              </a:srgbClr>
            </a:solidFill>
          </a:ln>
        </p:spPr>
        <p:txBody>
          <a:bodyPr/>
          <a:lstStyle/>
          <a:p>
            <a:endParaRPr lang="en-US"/>
          </a:p>
        </p:txBody>
      </p:sp>
      <p:sp>
        <p:nvSpPr>
          <p:cNvPr id="909" name="C910"/>
          <p:cNvSpPr/>
          <p:nvPr/>
        </p:nvSpPr>
        <p:spPr>
          <a:xfrm>
            <a:off x="11887200" y="6096000"/>
            <a:ext cx="0" cy="457200"/>
          </a:xfrm>
          <a:prstGeom prst="line">
            <a:avLst/>
          </a:prstGeom>
          <a:ln w="6350">
            <a:solidFill>
              <a:srgbClr val="C9A84C">
                <a:alpha val="30000"/>
              </a:srgbClr>
            </a:solidFill>
          </a:ln>
        </p:spPr>
        <p:txBody>
          <a:bodyPr/>
          <a:lstStyle/>
          <a:p>
            <a:endParaRPr lang="en-US"/>
          </a:p>
        </p:txBody>
      </p:sp>
      <p:sp>
        <p:nvSpPr>
          <p:cNvPr id="910" name="C911"/>
          <p:cNvSpPr/>
          <p:nvPr/>
        </p:nvSpPr>
        <p:spPr>
          <a:xfrm>
            <a:off x="11430000" y="6400800"/>
            <a:ext cx="304800" cy="0"/>
          </a:xfrm>
          <a:prstGeom prst="line">
            <a:avLst/>
          </a:prstGeom>
          <a:ln w="6350">
            <a:solidFill>
              <a:srgbClr val="C9A84C">
                <a:alpha val="30000"/>
              </a:srgbClr>
            </a:solidFill>
          </a:ln>
        </p:spPr>
        <p:txBody>
          <a:bodyPr/>
          <a:lstStyle/>
          <a:p>
            <a:endParaRPr lang="en-US"/>
          </a:p>
        </p:txBody>
      </p:sp>
      <p:sp>
        <p:nvSpPr>
          <p:cNvPr id="911" name="C912"/>
          <p:cNvSpPr/>
          <p:nvPr/>
        </p:nvSpPr>
        <p:spPr>
          <a:xfrm>
            <a:off x="11734800" y="6096000"/>
            <a:ext cx="0" cy="304800"/>
          </a:xfrm>
          <a:prstGeom prst="line">
            <a:avLst/>
          </a:prstGeom>
          <a:ln w="6350">
            <a:solidFill>
              <a:srgbClr val="C9A84C">
                <a:alpha val="30000"/>
              </a:srgbClr>
            </a:solidFill>
          </a:ln>
        </p:spPr>
        <p:txBody>
          <a:bodyPr/>
          <a:lstStyle/>
          <a:p>
            <a:endParaRPr lang="en-US"/>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34"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900" name="Corner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orner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CornerDia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orner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orner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orner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CornerDia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
        <p:nvSpPr>
          <p:cNvPr id="3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37"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0xA3F7 9B2E 1D4C 8F06 E5A1 C8D3 F7B2 4690 7E91 3FA8 2C5D 0B67</a:t>
            </a:r>
          </a:p>
        </p:txBody>
      </p:sp>
      <p:sp>
        <p:nvSpPr>
          <p:cNvPr id="31" name="ContentOverline"/>
          <p:cNvSpPr txBox="1"/>
          <p:nvPr/>
        </p:nvSpPr>
        <p:spPr>
          <a:xfrm>
            <a:off x="762000" y="304800"/>
            <a:ext cx="5486400" cy="274320"/>
          </a:xfrm>
          <a:prstGeom prst="rect">
            <a:avLst/>
          </a:prstGeom>
          <a:noFill/>
          <a:ln>
            <a:noFill/>
          </a:ln>
        </p:spPr>
        <p:txBody>
          <a:bodyPr anchor="b"/>
          <a:lstStyle/>
          <a:p>
            <a:pPr algn="l">
              <a:buNone/>
            </a:pPr>
            <a:r>
              <a:rPr lang="en-US" sz="1000" spc="500" dirty="0">
                <a:solidFill>
                  <a:srgbClr val="C9A84C"/>
                </a:solidFill>
                <a:latin typeface="Georgia"/>
              </a:rPr>
              <a:t>THE WORKFLOW</a:t>
            </a:r>
          </a:p>
        </p:txBody>
      </p:sp>
      <p:sp>
        <p:nvSpPr>
          <p:cNvPr id="32" name="ContentTitle"/>
          <p:cNvSpPr txBox="1"/>
          <p:nvPr/>
        </p:nvSpPr>
        <p:spPr>
          <a:xfrm>
            <a:off x="762000" y="579120"/>
            <a:ext cx="10972800" cy="609600"/>
          </a:xfrm>
          <a:prstGeom prst="rect">
            <a:avLst/>
          </a:prstGeom>
          <a:noFill/>
          <a:ln>
            <a:noFill/>
          </a:ln>
        </p:spPr>
        <p:txBody>
          <a:bodyPr anchor="t"/>
          <a:lstStyle/>
          <a:p>
            <a:pPr algn="l">
              <a:buNone/>
            </a:pPr>
            <a:r>
              <a:rPr lang="en-US" sz="2800" spc="50" dirty="0">
                <a:solidFill>
                  <a:srgbClr val="E8E4DC"/>
                </a:solidFill>
                <a:latin typeface="Georgia"/>
              </a:rPr>
              <a:t>Direct the Revision</a:t>
            </a:r>
          </a:p>
        </p:txBody>
      </p:sp>
      <p:sp>
        <p:nvSpPr>
          <p:cNvPr id="33" name="TitleDivider"/>
          <p:cNvSpPr/>
          <p:nvPr/>
        </p:nvSpPr>
        <p:spPr>
          <a:xfrm>
            <a:off x="762000" y="1295400"/>
            <a:ext cx="1143000" cy="0"/>
          </a:xfrm>
          <a:prstGeom prst="line">
            <a:avLst/>
          </a:prstGeom>
          <a:ln w="12700">
            <a:solidFill>
              <a:srgbClr val="FFD700"/>
            </a:solidFill>
          </a:ln>
        </p:spPr>
        <p:txBody>
          <a:bodyPr/>
          <a:lstStyle/>
          <a:p>
            <a:endParaRPr lang="en-US"/>
          </a:p>
        </p:txBody>
      </p:sp>
      <p:sp>
        <p:nvSpPr>
          <p:cNvPr id="38" name="ContentCard"/>
          <p:cNvSpPr/>
          <p:nvPr/>
        </p:nvSpPr>
        <p:spPr>
          <a:xfrm>
            <a:off x="762000" y="1524000"/>
            <a:ext cx="11049000" cy="4876800"/>
          </a:xfrm>
          <a:prstGeom prst="rect">
            <a:avLst/>
          </a:prstGeom>
          <a:solidFill>
            <a:srgbClr val="0A0A0A"/>
          </a:solidFill>
          <a:ln w="6350">
            <a:solidFill>
              <a:srgbClr val="FFD700">
                <a:alpha val="8000"/>
              </a:srgbClr>
            </a:solidFill>
          </a:ln>
          <a:effectLst>
            <a:outerShdw blurRad="76200" dist="25400" dir="5400000" algn="bl" rotWithShape="0">
              <a:srgbClr val="C9A84C">
                <a:alpha val="10000"/>
              </a:srgbClr>
            </a:outerShdw>
          </a:effectLst>
        </p:spPr>
        <p:txBody>
          <a:bodyPr/>
          <a:lstStyle/>
          <a:p>
            <a:endParaRPr lang="en-US"/>
          </a:p>
        </p:txBody>
      </p:sp>
      <p:sp>
        <p:nvSpPr>
          <p:cNvPr id="39" name="ContentBody"/>
          <p:cNvSpPr txBox="1"/>
          <p:nvPr/>
        </p:nvSpPr>
        <p:spPr>
          <a:xfrm>
            <a:off x="990600" y="1752600"/>
            <a:ext cx="10591800" cy="4419600"/>
          </a:xfrm>
          <a:prstGeom prst="rect">
            <a:avLst/>
          </a:prstGeom>
          <a:noFill/>
          <a:ln>
            <a:noFill/>
          </a:ln>
        </p:spPr>
        <p:txBody>
          <a:bodyPr anchor="t"/>
          <a:lstStyle/>
          <a:p>
            <a:pPr marL="228600" indent="-228600" algn="l">
              <a:spcAft>
                <a:spcPts val="1000"/>
              </a:spcAft>
              <a:buFont typeface="Arial"/>
              <a:buChar char="•"/>
            </a:pPr>
            <a:r>
              <a:rPr lang="en-US" sz="1800" dirty="0">
                <a:solidFill>
                  <a:srgbClr val="E8E4DC"/>
                </a:solidFill>
                <a:latin typeface="Georgia"/>
              </a:rPr>
              <a:t>Read what Claude created. Some will be right. Some won't.</a:t>
            </a:r>
          </a:p>
          <a:p>
            <a:pPr marL="228600" indent="-228600" algn="l">
              <a:spcAft>
                <a:spcPts val="1000"/>
              </a:spcAft>
              <a:buFont typeface="Arial"/>
              <a:buChar char="•"/>
            </a:pPr>
            <a:r>
              <a:rPr lang="en-US" sz="1800" dirty="0">
                <a:solidFill>
                  <a:srgbClr val="E8E4DC"/>
                </a:solidFill>
                <a:latin typeface="Georgia"/>
              </a:rPr>
              <a:t>Don't just accept it. Find what's off. Be specific about changes.</a:t>
            </a:r>
          </a:p>
          <a:p>
            <a:pPr marL="228600" indent="-228600" algn="l">
              <a:spcAft>
                <a:spcPts val="1000"/>
              </a:spcAft>
              <a:buFont typeface="Arial"/>
              <a:buChar char="•"/>
            </a:pPr>
            <a:r>
              <a:rPr lang="en-US" sz="1800" dirty="0">
                <a:solidFill>
                  <a:srgbClr val="E8E4DC"/>
                </a:solidFill>
                <a:latin typeface="Georgia"/>
              </a:rPr>
              <a:t>The file updates on your computer -- not a new chat message.</a:t>
            </a:r>
          </a:p>
          <a:p>
            <a:pPr marL="228600" indent="-228600" algn="l">
              <a:spcAft>
                <a:spcPts val="1000"/>
              </a:spcAft>
              <a:buFont typeface="Arial"/>
              <a:buChar char="•"/>
            </a:pPr>
            <a:r>
              <a:rPr lang="en-US" sz="1800" dirty="0">
                <a:solidFill>
                  <a:srgbClr val="E8E4DC"/>
                </a:solidFill>
                <a:latin typeface="Georgia"/>
              </a:rPr>
              <a:t>Direct. Review. Redirect. Files get better with each pass.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25"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26" name="EncryptedBg"/>
          <p:cNvSpPr txBox="1"/>
          <p:nvPr/>
        </p:nvSpPr>
        <p:spPr>
          <a:xfrm>
            <a:off x="5486400" y="457200"/>
            <a:ext cx="6400800" cy="5943600"/>
          </a:xfrm>
          <a:prstGeom prst="rect">
            <a:avLst/>
          </a:prstGeom>
          <a:noFill/>
          <a:ln>
            <a:noFill/>
          </a:ln>
        </p:spPr>
        <p:txBody>
          <a:bodyPr wrap="none" anchor="t"/>
          <a:lstStyle/>
          <a:p>
            <a:pPr algn="l">
              <a:lnSpc>
                <a:spcPts val="1800"/>
              </a:lnSpc>
              <a:buNone/>
            </a:pPr>
            <a:r>
              <a:rPr lang="en-US" sz="900" spc="200" dirty="0">
                <a:solidFill>
                  <a:srgbClr val="C9A84C">
                    <a:alpha val="6000"/>
                  </a:srgbClr>
                </a:solidFill>
                <a:latin typeface="Consolas"/>
              </a:rPr>
              <a:t>0xA3F7 9B2E 1D4C 8F06 E5A1 C8D3 F7B2 4690
0x7E91 3FA8 2C5D 0B67 D4F2 8A1E 6C39 B750
0x1B84 6DE0 F293 5A7C 08D1 4FE6 B3A9 2C58
0xC4D8 71F5 0E6A 39B2 A847 5C1D 6F03 E9BA
0x58A2 C7E1 3D09 F684 B15C 0A73 2EF8 D946
0x9F3B 4E27 D186 A0C5 73F4 1E8D 6B02 5CA9
0x2D71 E803 6FAC B549 1C87 5E3A 0FD2 A6B4
0xE619 8A4F C3D5 0B72 67F1 3EA8 9C24 5D0B
0x4C8E D1A6 7523 F0B9 2E84 C71F A350 6D8E
0xB35F 0C92 E7D4 186A 4FB3 A2C8 5E71 0D69
0x6A04 F8D3 1B95 C2E7 830A 4F16 D5BC 72AE
0x83C1 5E7D 4A06 FB29 D814 3C67 A0E5 9B2F
0xDF42 186B A9C3 5E70 2F84 B1D6 C738 0EA5
0x15AE 7C43 D0F8 629B E4A7 381D 5B06 CF92
0x72D9 0B5E A183 C4F6 3E07 8D2A 6F15 B4C8
0xAE60 3D8C F174 5B29 C0E3 7A46 2F18 D5B9
0x491C 8ED5 B367 0AF2 C841 3E7A 56D0 F9B2
0xF028 5CA9 7E31 D4B6 1A83 0FC5 6247 E8DA</a:t>
            </a:r>
          </a:p>
        </p:txBody>
      </p:sp>
      <p:sp>
        <p:nvSpPr>
          <p:cNvPr id="20" name="VertBar"/>
          <p:cNvSpPr/>
          <p:nvPr/>
        </p:nvSpPr>
        <p:spPr>
          <a:xfrm>
            <a:off x="914400" y="2100000"/>
            <a:ext cx="27000" cy="2400000"/>
          </a:xfrm>
          <a:prstGeom prst="rect">
            <a:avLst/>
          </a:prstGeom>
          <a:gradFill>
            <a:gsLst>
              <a:gs pos="0">
                <a:srgbClr val="FFD700"/>
              </a:gs>
              <a:gs pos="100000">
                <a:srgbClr val="C9A84C">
                  <a:alpha val="30000"/>
                </a:srgbClr>
              </a:gs>
            </a:gsLst>
            <a:lin ang="5400000" scaled="1"/>
          </a:gradFill>
          <a:ln>
            <a:noFill/>
          </a:ln>
        </p:spPr>
        <p:txBody>
          <a:bodyPr/>
          <a:lstStyle/>
          <a:p>
            <a:endParaRPr lang="en-US"/>
          </a:p>
        </p:txBody>
      </p:sp>
      <p:sp>
        <p:nvSpPr>
          <p:cNvPr id="21" name="SectionNum"/>
          <p:cNvSpPr txBox="1"/>
          <p:nvPr/>
        </p:nvSpPr>
        <p:spPr>
          <a:xfrm>
            <a:off x="1219200" y="2100000"/>
            <a:ext cx="9601200" cy="304800"/>
          </a:xfrm>
          <a:prstGeom prst="rect">
            <a:avLst/>
          </a:prstGeom>
          <a:noFill/>
          <a:ln>
            <a:noFill/>
          </a:ln>
        </p:spPr>
        <p:txBody>
          <a:bodyPr anchor="b"/>
          <a:lstStyle/>
          <a:p>
            <a:pPr algn="l">
              <a:buNone/>
            </a:pPr>
            <a:r>
              <a:rPr lang="en-US" sz="1100" spc="500" dirty="0">
                <a:solidFill>
                  <a:srgbClr val="C9A84C"/>
                </a:solidFill>
                <a:latin typeface="Georgia"/>
              </a:rPr>
              <a:t>SECTION 04</a:t>
            </a:r>
          </a:p>
        </p:txBody>
      </p:sp>
      <p:sp>
        <p:nvSpPr>
          <p:cNvPr id="22" name="SectionTitle"/>
          <p:cNvSpPr txBox="1"/>
          <p:nvPr/>
        </p:nvSpPr>
        <p:spPr>
          <a:xfrm>
            <a:off x="1219200" y="2480000"/>
            <a:ext cx="9601200" cy="914400"/>
          </a:xfrm>
          <a:prstGeom prst="rect">
            <a:avLst/>
          </a:prstGeom>
          <a:noFill/>
          <a:ln>
            <a:noFill/>
          </a:ln>
        </p:spPr>
        <p:txBody>
          <a:bodyPr anchor="t"/>
          <a:lstStyle/>
          <a:p>
            <a:pPr algn="l">
              <a:buNone/>
            </a:pPr>
            <a:r>
              <a:rPr lang="en-US" sz="3600" spc="50" dirty="0">
                <a:solidFill>
                  <a:srgbClr val="E8E4DC"/>
                </a:solidFill>
                <a:latin typeface="Georgia"/>
              </a:rPr>
              <a:t>Give It Memory</a:t>
            </a:r>
          </a:p>
        </p:txBody>
      </p:sp>
      <p:sp>
        <p:nvSpPr>
          <p:cNvPr id="23" name="SectionDesc"/>
          <p:cNvSpPr txBox="1"/>
          <p:nvPr/>
        </p:nvSpPr>
        <p:spPr>
          <a:xfrm>
            <a:off x="1219200" y="3500000"/>
            <a:ext cx="7315200" cy="609600"/>
          </a:xfrm>
          <a:prstGeom prst="rect">
            <a:avLst/>
          </a:prstGeom>
          <a:noFill/>
          <a:ln>
            <a:noFill/>
          </a:ln>
        </p:spPr>
        <p:txBody>
          <a:bodyPr anchor="t"/>
          <a:lstStyle/>
          <a:p>
            <a:pPr algn="l">
              <a:buNone/>
            </a:pPr>
            <a:r>
              <a:rPr lang="en-US" sz="1600" dirty="0">
                <a:solidFill>
                  <a:srgbClr val="8A857D"/>
                </a:solidFill>
                <a:latin typeface="Georgia"/>
              </a:rPr>
              <a:t>CLAUDE.md -- a plain text file that makes every conversation smarter</a:t>
            </a:r>
          </a:p>
        </p:txBody>
      </p:sp>
      <p:sp>
        <p:nvSpPr>
          <p:cNvPr id="24" name="SectionDivider"/>
          <p:cNvSpPr/>
          <p:nvPr/>
        </p:nvSpPr>
        <p:spPr>
          <a:xfrm>
            <a:off x="1219200" y="4300000"/>
            <a:ext cx="2286000" cy="0"/>
          </a:xfrm>
          <a:prstGeom prst="line">
            <a:avLst/>
          </a:prstGeom>
          <a:ln w="9525">
            <a:solidFill>
              <a:srgbClr val="FFD700">
                <a:alpha val="40000"/>
              </a:srgbClr>
            </a:solidFill>
          </a:ln>
        </p:spPr>
        <p:txBody>
          <a:bodyPr/>
          <a:lstStyle/>
          <a:p>
            <a:endParaRPr lang="en-US"/>
          </a:p>
        </p:txBody>
      </p:sp>
      <p:sp>
        <p:nvSpPr>
          <p:cNvPr id="900" name="C901"/>
          <p:cNvSpPr/>
          <p:nvPr/>
        </p:nvSpPr>
        <p:spPr>
          <a:xfrm>
            <a:off x="152400" y="152400"/>
            <a:ext cx="457200" cy="0"/>
          </a:xfrm>
          <a:prstGeom prst="line">
            <a:avLst/>
          </a:prstGeom>
          <a:ln w="6350">
            <a:solidFill>
              <a:srgbClr val="C9A84C">
                <a:alpha val="30000"/>
              </a:srgbClr>
            </a:solidFill>
          </a:ln>
        </p:spPr>
        <p:txBody>
          <a:bodyPr/>
          <a:lstStyle/>
          <a:p>
            <a:endParaRPr lang="en-US"/>
          </a:p>
        </p:txBody>
      </p:sp>
      <p:sp>
        <p:nvSpPr>
          <p:cNvPr id="901" name="C902"/>
          <p:cNvSpPr/>
          <p:nvPr/>
        </p:nvSpPr>
        <p:spPr>
          <a:xfrm>
            <a:off x="152400" y="152400"/>
            <a:ext cx="0" cy="457200"/>
          </a:xfrm>
          <a:prstGeom prst="line">
            <a:avLst/>
          </a:prstGeom>
          <a:ln w="6350">
            <a:solidFill>
              <a:srgbClr val="C9A84C">
                <a:alpha val="30000"/>
              </a:srgbClr>
            </a:solidFill>
          </a:ln>
        </p:spPr>
        <p:txBody>
          <a:bodyPr/>
          <a:lstStyle/>
          <a:p>
            <a:endParaRPr lang="en-US"/>
          </a:p>
        </p:txBody>
      </p:sp>
      <p:sp>
        <p:nvSpPr>
          <p:cNvPr id="902" name="C903"/>
          <p:cNvSpPr/>
          <p:nvPr/>
        </p:nvSpPr>
        <p:spPr>
          <a:xfrm>
            <a:off x="609600" y="152400"/>
            <a:ext cx="0" cy="76200"/>
          </a:xfrm>
          <a:prstGeom prst="line">
            <a:avLst/>
          </a:prstGeom>
          <a:ln w="6350">
            <a:solidFill>
              <a:srgbClr val="C9A84C">
                <a:alpha val="30000"/>
              </a:srgbClr>
            </a:solidFill>
          </a:ln>
        </p:spPr>
        <p:txBody>
          <a:bodyPr/>
          <a:lstStyle/>
          <a:p>
            <a:endParaRPr lang="en-US"/>
          </a:p>
        </p:txBody>
      </p:sp>
      <p:sp>
        <p:nvSpPr>
          <p:cNvPr id="903" name="C904"/>
          <p:cNvSpPr/>
          <p:nvPr/>
        </p:nvSpPr>
        <p:spPr>
          <a:xfrm>
            <a:off x="152400" y="609600"/>
            <a:ext cx="76200" cy="0"/>
          </a:xfrm>
          <a:prstGeom prst="line">
            <a:avLst/>
          </a:prstGeom>
          <a:ln w="6350">
            <a:solidFill>
              <a:srgbClr val="C9A84C">
                <a:alpha val="30000"/>
              </a:srgbClr>
            </a:solidFill>
          </a:ln>
        </p:spPr>
        <p:txBody>
          <a:bodyPr/>
          <a:lstStyle/>
          <a:p>
            <a:endParaRPr lang="en-US"/>
          </a:p>
        </p:txBody>
      </p:sp>
      <p:sp>
        <p:nvSpPr>
          <p:cNvPr id="904" name="C905"/>
          <p:cNvSpPr/>
          <p:nvPr/>
        </p:nvSpPr>
        <p:spPr>
          <a:xfrm>
            <a:off x="304800" y="304800"/>
            <a:ext cx="304800" cy="0"/>
          </a:xfrm>
          <a:prstGeom prst="line">
            <a:avLst/>
          </a:prstGeom>
          <a:ln w="6350">
            <a:solidFill>
              <a:srgbClr val="C9A84C">
                <a:alpha val="30000"/>
              </a:srgbClr>
            </a:solidFill>
          </a:ln>
        </p:spPr>
        <p:txBody>
          <a:bodyPr/>
          <a:lstStyle/>
          <a:p>
            <a:endParaRPr lang="en-US"/>
          </a:p>
        </p:txBody>
      </p:sp>
      <p:sp>
        <p:nvSpPr>
          <p:cNvPr id="905" name="C906"/>
          <p:cNvSpPr/>
          <p:nvPr/>
        </p:nvSpPr>
        <p:spPr>
          <a:xfrm>
            <a:off x="304800" y="304800"/>
            <a:ext cx="0" cy="304800"/>
          </a:xfrm>
          <a:prstGeom prst="line">
            <a:avLst/>
          </a:prstGeom>
          <a:ln w="6350">
            <a:solidFill>
              <a:srgbClr val="C9A84C">
                <a:alpha val="30000"/>
              </a:srgbClr>
            </a:solidFill>
          </a:ln>
        </p:spPr>
        <p:txBody>
          <a:bodyPr/>
          <a:lstStyle/>
          <a:p>
            <a:endParaRPr lang="en-US"/>
          </a:p>
        </p:txBody>
      </p:sp>
      <p:sp>
        <p:nvSpPr>
          <p:cNvPr id="906" name="C907"/>
          <p:cNvSpPr/>
          <p:nvPr/>
        </p:nvSpPr>
        <p:spPr>
          <a:xfrm>
            <a:off x="609600" y="304800"/>
            <a:ext cx="0" cy="76200"/>
          </a:xfrm>
          <a:prstGeom prst="line">
            <a:avLst/>
          </a:prstGeom>
          <a:ln w="6350">
            <a:solidFill>
              <a:srgbClr val="C9A84C">
                <a:alpha val="30000"/>
              </a:srgbClr>
            </a:solidFill>
          </a:ln>
        </p:spPr>
        <p:txBody>
          <a:bodyPr/>
          <a:lstStyle/>
          <a:p>
            <a:endParaRPr lang="en-US"/>
          </a:p>
        </p:txBody>
      </p:sp>
      <p:sp>
        <p:nvSpPr>
          <p:cNvPr id="907" name="C908"/>
          <p:cNvSpPr/>
          <p:nvPr/>
        </p:nvSpPr>
        <p:spPr>
          <a:xfrm>
            <a:off x="304800" y="609600"/>
            <a:ext cx="76200" cy="0"/>
          </a:xfrm>
          <a:prstGeom prst="line">
            <a:avLst/>
          </a:prstGeom>
          <a:ln w="6350">
            <a:solidFill>
              <a:srgbClr val="C9A84C">
                <a:alpha val="30000"/>
              </a:srgbClr>
            </a:solidFill>
          </a:ln>
        </p:spPr>
        <p:txBody>
          <a:bodyPr/>
          <a:lstStyle/>
          <a:p>
            <a:endParaRPr lang="en-US"/>
          </a:p>
        </p:txBody>
      </p:sp>
      <p:sp>
        <p:nvSpPr>
          <p:cNvPr id="908" name="C909"/>
          <p:cNvSpPr/>
          <p:nvPr/>
        </p:nvSpPr>
        <p:spPr>
          <a:xfrm>
            <a:off x="11582400" y="6705600"/>
            <a:ext cx="457200" cy="0"/>
          </a:xfrm>
          <a:prstGeom prst="line">
            <a:avLst/>
          </a:prstGeom>
          <a:ln w="6350">
            <a:solidFill>
              <a:srgbClr val="C9A84C">
                <a:alpha val="30000"/>
              </a:srgbClr>
            </a:solidFill>
          </a:ln>
        </p:spPr>
        <p:txBody>
          <a:bodyPr/>
          <a:lstStyle/>
          <a:p>
            <a:endParaRPr lang="en-US"/>
          </a:p>
        </p:txBody>
      </p:sp>
      <p:sp>
        <p:nvSpPr>
          <p:cNvPr id="909" name="C910"/>
          <p:cNvSpPr/>
          <p:nvPr/>
        </p:nvSpPr>
        <p:spPr>
          <a:xfrm>
            <a:off x="12039600" y="6248400"/>
            <a:ext cx="0" cy="457200"/>
          </a:xfrm>
          <a:prstGeom prst="line">
            <a:avLst/>
          </a:prstGeom>
          <a:ln w="6350">
            <a:solidFill>
              <a:srgbClr val="C9A84C">
                <a:alpha val="30000"/>
              </a:srgbClr>
            </a:solidFill>
          </a:ln>
        </p:spPr>
        <p:txBody>
          <a:bodyPr/>
          <a:lstStyle/>
          <a:p>
            <a:endParaRPr lang="en-US"/>
          </a:p>
        </p:txBody>
      </p:sp>
      <p:sp>
        <p:nvSpPr>
          <p:cNvPr id="910" name="C911"/>
          <p:cNvSpPr/>
          <p:nvPr/>
        </p:nvSpPr>
        <p:spPr>
          <a:xfrm>
            <a:off x="11582400" y="6629400"/>
            <a:ext cx="0" cy="76200"/>
          </a:xfrm>
          <a:prstGeom prst="line">
            <a:avLst/>
          </a:prstGeom>
          <a:ln w="6350">
            <a:solidFill>
              <a:srgbClr val="C9A84C">
                <a:alpha val="30000"/>
              </a:srgbClr>
            </a:solidFill>
          </a:ln>
        </p:spPr>
        <p:txBody>
          <a:bodyPr/>
          <a:lstStyle/>
          <a:p>
            <a:endParaRPr lang="en-US"/>
          </a:p>
        </p:txBody>
      </p:sp>
      <p:sp>
        <p:nvSpPr>
          <p:cNvPr id="911" name="C912"/>
          <p:cNvSpPr/>
          <p:nvPr/>
        </p:nvSpPr>
        <p:spPr>
          <a:xfrm>
            <a:off x="11963400" y="6248400"/>
            <a:ext cx="76200" cy="0"/>
          </a:xfrm>
          <a:prstGeom prst="line">
            <a:avLst/>
          </a:prstGeom>
          <a:ln w="6350">
            <a:solidFill>
              <a:srgbClr val="C9A84C">
                <a:alpha val="30000"/>
              </a:srgbClr>
            </a:solidFill>
          </a:ln>
        </p:spPr>
        <p:txBody>
          <a:bodyPr/>
          <a:lstStyle/>
          <a:p>
            <a:endParaRPr lang="en-US"/>
          </a:p>
        </p:txBody>
      </p:sp>
      <p:sp>
        <p:nvSpPr>
          <p:cNvPr id="912" name="C913"/>
          <p:cNvSpPr/>
          <p:nvPr/>
        </p:nvSpPr>
        <p:spPr>
          <a:xfrm>
            <a:off x="11582400" y="6553200"/>
            <a:ext cx="304800" cy="0"/>
          </a:xfrm>
          <a:prstGeom prst="line">
            <a:avLst/>
          </a:prstGeom>
          <a:ln w="6350">
            <a:solidFill>
              <a:srgbClr val="C9A84C">
                <a:alpha val="30000"/>
              </a:srgbClr>
            </a:solidFill>
          </a:ln>
        </p:spPr>
        <p:txBody>
          <a:bodyPr/>
          <a:lstStyle/>
          <a:p>
            <a:endParaRPr lang="en-US"/>
          </a:p>
        </p:txBody>
      </p:sp>
      <p:sp>
        <p:nvSpPr>
          <p:cNvPr id="913" name="C914"/>
          <p:cNvSpPr/>
          <p:nvPr/>
        </p:nvSpPr>
        <p:spPr>
          <a:xfrm>
            <a:off x="11887200" y="6248400"/>
            <a:ext cx="0" cy="304800"/>
          </a:xfrm>
          <a:prstGeom prst="line">
            <a:avLst/>
          </a:prstGeom>
          <a:ln w="6350">
            <a:solidFill>
              <a:srgbClr val="C9A84C">
                <a:alpha val="30000"/>
              </a:srgbClr>
            </a:solidFill>
          </a:ln>
        </p:spPr>
        <p:txBody>
          <a:bodyPr/>
          <a:lstStyle/>
          <a:p>
            <a:endParaRPr lang="en-US"/>
          </a:p>
        </p:txBody>
      </p:sp>
      <p:sp>
        <p:nvSpPr>
          <p:cNvPr id="914" name="C915"/>
          <p:cNvSpPr/>
          <p:nvPr/>
        </p:nvSpPr>
        <p:spPr>
          <a:xfrm>
            <a:off x="11582400" y="6477000"/>
            <a:ext cx="0" cy="76200"/>
          </a:xfrm>
          <a:prstGeom prst="line">
            <a:avLst/>
          </a:prstGeom>
          <a:ln w="6350">
            <a:solidFill>
              <a:srgbClr val="C9A84C">
                <a:alpha val="30000"/>
              </a:srgbClr>
            </a:solidFill>
          </a:ln>
        </p:spPr>
        <p:txBody>
          <a:bodyPr/>
          <a:lstStyle/>
          <a:p>
            <a:endParaRPr lang="en-US"/>
          </a:p>
        </p:txBody>
      </p:sp>
      <p:sp>
        <p:nvSpPr>
          <p:cNvPr id="915" name="C916"/>
          <p:cNvSpPr/>
          <p:nvPr/>
        </p:nvSpPr>
        <p:spPr>
          <a:xfrm>
            <a:off x="11811000" y="6248400"/>
            <a:ext cx="76200" cy="0"/>
          </a:xfrm>
          <a:prstGeom prst="line">
            <a:avLst/>
          </a:prstGeom>
          <a:ln w="6350">
            <a:solidFill>
              <a:srgbClr val="C9A84C">
                <a:alpha val="30000"/>
              </a:srgbClr>
            </a:solidFill>
          </a:ln>
        </p:spPr>
        <p:txBody>
          <a:bodyPr/>
          <a:lstStyle/>
          <a:p>
            <a:endParaRPr lang="en-US"/>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34"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900" name="Corner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orner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CornerDia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orner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orner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orner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CornerDia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
        <p:nvSpPr>
          <p:cNvPr id="3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37"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0xA3F7 9B2E 1D4C 8F06 E5A1 C8D3 F7B2 4690 7E91 3FA8 2C5D 0B67</a:t>
            </a:r>
          </a:p>
        </p:txBody>
      </p:sp>
      <p:sp>
        <p:nvSpPr>
          <p:cNvPr id="31" name="ContentOverline"/>
          <p:cNvSpPr txBox="1"/>
          <p:nvPr/>
        </p:nvSpPr>
        <p:spPr>
          <a:xfrm>
            <a:off x="762000" y="304800"/>
            <a:ext cx="5486400" cy="274320"/>
          </a:xfrm>
          <a:prstGeom prst="rect">
            <a:avLst/>
          </a:prstGeom>
          <a:noFill/>
          <a:ln>
            <a:noFill/>
          </a:ln>
        </p:spPr>
        <p:txBody>
          <a:bodyPr anchor="b"/>
          <a:lstStyle/>
          <a:p>
            <a:pPr algn="l">
              <a:buNone/>
            </a:pPr>
            <a:r>
              <a:rPr lang="en-US" sz="1000" spc="500" dirty="0">
                <a:solidFill>
                  <a:srgbClr val="C9A84C"/>
                </a:solidFill>
                <a:latin typeface="Georgia"/>
              </a:rPr>
              <a:t>CONTEXT ENGINEERING</a:t>
            </a:r>
          </a:p>
        </p:txBody>
      </p:sp>
      <p:sp>
        <p:nvSpPr>
          <p:cNvPr id="32" name="ContentTitle"/>
          <p:cNvSpPr txBox="1"/>
          <p:nvPr/>
        </p:nvSpPr>
        <p:spPr>
          <a:xfrm>
            <a:off x="762000" y="579120"/>
            <a:ext cx="10972800" cy="609600"/>
          </a:xfrm>
          <a:prstGeom prst="rect">
            <a:avLst/>
          </a:prstGeom>
          <a:noFill/>
          <a:ln>
            <a:noFill/>
          </a:ln>
        </p:spPr>
        <p:txBody>
          <a:bodyPr anchor="t"/>
          <a:lstStyle/>
          <a:p>
            <a:pPr algn="l">
              <a:buNone/>
            </a:pPr>
            <a:r>
              <a:rPr lang="en-US" sz="2800" spc="50" dirty="0">
                <a:solidFill>
                  <a:srgbClr val="E8E4DC"/>
                </a:solidFill>
                <a:latin typeface="Georgia"/>
              </a:rPr>
              <a:t>CLAUDE.md: Your Agent's Memory</a:t>
            </a:r>
          </a:p>
        </p:txBody>
      </p:sp>
      <p:sp>
        <p:nvSpPr>
          <p:cNvPr id="33" name="TitleDivider"/>
          <p:cNvSpPr/>
          <p:nvPr/>
        </p:nvSpPr>
        <p:spPr>
          <a:xfrm>
            <a:off x="762000" y="1295400"/>
            <a:ext cx="1143000" cy="0"/>
          </a:xfrm>
          <a:prstGeom prst="line">
            <a:avLst/>
          </a:prstGeom>
          <a:ln w="12700">
            <a:solidFill>
              <a:srgbClr val="FFD700"/>
            </a:solidFill>
          </a:ln>
        </p:spPr>
        <p:txBody>
          <a:bodyPr/>
          <a:lstStyle/>
          <a:p>
            <a:endParaRPr lang="en-US"/>
          </a:p>
        </p:txBody>
      </p:sp>
      <p:sp>
        <p:nvSpPr>
          <p:cNvPr id="38" name="ContentCard"/>
          <p:cNvSpPr/>
          <p:nvPr/>
        </p:nvSpPr>
        <p:spPr>
          <a:xfrm>
            <a:off x="762000" y="1524000"/>
            <a:ext cx="11049000" cy="4876800"/>
          </a:xfrm>
          <a:prstGeom prst="rect">
            <a:avLst/>
          </a:prstGeom>
          <a:solidFill>
            <a:srgbClr val="0A0A0A"/>
          </a:solidFill>
          <a:ln w="6350">
            <a:solidFill>
              <a:srgbClr val="FFD700">
                <a:alpha val="8000"/>
              </a:srgbClr>
            </a:solidFill>
          </a:ln>
          <a:effectLst>
            <a:outerShdw blurRad="76200" dist="25400" dir="5400000" algn="bl" rotWithShape="0">
              <a:srgbClr val="C9A84C">
                <a:alpha val="10000"/>
              </a:srgbClr>
            </a:outerShdw>
          </a:effectLst>
        </p:spPr>
        <p:txBody>
          <a:bodyPr/>
          <a:lstStyle/>
          <a:p>
            <a:endParaRPr lang="en-US"/>
          </a:p>
        </p:txBody>
      </p:sp>
      <p:sp>
        <p:nvSpPr>
          <p:cNvPr id="39" name="ContentBody"/>
          <p:cNvSpPr txBox="1"/>
          <p:nvPr/>
        </p:nvSpPr>
        <p:spPr>
          <a:xfrm>
            <a:off x="990600" y="1752600"/>
            <a:ext cx="10591800" cy="4419600"/>
          </a:xfrm>
          <a:prstGeom prst="rect">
            <a:avLst/>
          </a:prstGeom>
          <a:noFill/>
          <a:ln>
            <a:noFill/>
          </a:ln>
        </p:spPr>
        <p:txBody>
          <a:bodyPr anchor="t"/>
          <a:lstStyle/>
          <a:p>
            <a:pPr marL="228600" indent="-228600" algn="l">
              <a:spcAft>
                <a:spcPts val="1000"/>
              </a:spcAft>
              <a:buFont typeface="Arial"/>
              <a:buChar char="•"/>
            </a:pPr>
            <a:r>
              <a:rPr lang="en-US" sz="1800" dirty="0">
                <a:solidFill>
                  <a:srgbClr val="E8E4DC"/>
                </a:solidFill>
                <a:latin typeface="Georgia"/>
              </a:rPr>
              <a:t>Create a file called CLAUDE.md in your project folder.</a:t>
            </a:r>
          </a:p>
          <a:p>
            <a:pPr marL="228600" indent="-228600" algn="l">
              <a:spcAft>
                <a:spcPts val="1000"/>
              </a:spcAft>
              <a:buFont typeface="Arial"/>
              <a:buChar char="•"/>
            </a:pPr>
            <a:r>
              <a:rPr lang="en-US" sz="1800" dirty="0">
                <a:solidFill>
                  <a:srgbClr val="E8E4DC"/>
                </a:solidFill>
                <a:latin typeface="Georgia"/>
              </a:rPr>
              <a:t>The agent reads it automatically at the start of every conversation.</a:t>
            </a:r>
          </a:p>
          <a:p>
            <a:pPr marL="228600" indent="-228600" algn="l">
              <a:spcAft>
                <a:spcPts val="1000"/>
              </a:spcAft>
              <a:buFont typeface="Arial"/>
              <a:buChar char="•"/>
            </a:pPr>
            <a:r>
              <a:rPr lang="en-US" sz="1800" dirty="0">
                <a:solidFill>
                  <a:srgbClr val="E8E4DC"/>
                </a:solidFill>
                <a:latin typeface="Georgia"/>
              </a:rPr>
              <a:t>Tell it: who you are, what this project is, how you like to work.</a:t>
            </a:r>
          </a:p>
          <a:p>
            <a:pPr marL="228600" indent="-228600" algn="l">
              <a:spcAft>
                <a:spcPts val="1000"/>
              </a:spcAft>
              <a:buFont typeface="Arial"/>
              <a:buChar char="•"/>
            </a:pPr>
            <a:r>
              <a:rPr lang="en-US" sz="1800" dirty="0">
                <a:solidFill>
                  <a:srgbClr val="E8E4DC"/>
                </a:solidFill>
                <a:latin typeface="Georgia"/>
              </a:rPr>
              <a:t>Next time you open the folder, the agent already knows all of this.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34"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900" name="Corner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orner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CornerDia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orner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orner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orner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CornerDia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
        <p:nvSpPr>
          <p:cNvPr id="3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37"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0xA3F7 9B2E 1D4C 8F06 E5A1 C8D3 F7B2 4690 7E91 3FA8 2C5D 0B67</a:t>
            </a:r>
          </a:p>
        </p:txBody>
      </p:sp>
      <p:sp>
        <p:nvSpPr>
          <p:cNvPr id="31" name="ContentOverline"/>
          <p:cNvSpPr txBox="1"/>
          <p:nvPr/>
        </p:nvSpPr>
        <p:spPr>
          <a:xfrm>
            <a:off x="762000" y="304800"/>
            <a:ext cx="5486400" cy="274320"/>
          </a:xfrm>
          <a:prstGeom prst="rect">
            <a:avLst/>
          </a:prstGeom>
          <a:noFill/>
          <a:ln>
            <a:noFill/>
          </a:ln>
        </p:spPr>
        <p:txBody>
          <a:bodyPr anchor="b"/>
          <a:lstStyle/>
          <a:p>
            <a:pPr algn="l">
              <a:buNone/>
            </a:pPr>
            <a:r>
              <a:rPr lang="en-US" sz="1000" spc="500" dirty="0">
                <a:solidFill>
                  <a:srgbClr val="C9A84C"/>
                </a:solidFill>
                <a:latin typeface="Georgia"/>
              </a:rPr>
              <a:t>THE LEVERAGE POINT</a:t>
            </a:r>
          </a:p>
        </p:txBody>
      </p:sp>
      <p:sp>
        <p:nvSpPr>
          <p:cNvPr id="32" name="ContentTitle"/>
          <p:cNvSpPr txBox="1"/>
          <p:nvPr/>
        </p:nvSpPr>
        <p:spPr>
          <a:xfrm>
            <a:off x="762000" y="579120"/>
            <a:ext cx="10972800" cy="609600"/>
          </a:xfrm>
          <a:prstGeom prst="rect">
            <a:avLst/>
          </a:prstGeom>
          <a:noFill/>
          <a:ln>
            <a:noFill/>
          </a:ln>
        </p:spPr>
        <p:txBody>
          <a:bodyPr anchor="t"/>
          <a:lstStyle/>
          <a:p>
            <a:pPr algn="l">
              <a:buNone/>
            </a:pPr>
            <a:r>
              <a:rPr lang="en-US" sz="2800" spc="50" dirty="0">
                <a:solidFill>
                  <a:srgbClr val="E8E4DC"/>
                </a:solidFill>
                <a:latin typeface="Georgia"/>
              </a:rPr>
              <a:t>Specificity Changes Everything</a:t>
            </a:r>
          </a:p>
        </p:txBody>
      </p:sp>
      <p:sp>
        <p:nvSpPr>
          <p:cNvPr id="33" name="TitleDivider"/>
          <p:cNvSpPr/>
          <p:nvPr/>
        </p:nvSpPr>
        <p:spPr>
          <a:xfrm>
            <a:off x="762000" y="1295400"/>
            <a:ext cx="1143000" cy="0"/>
          </a:xfrm>
          <a:prstGeom prst="line">
            <a:avLst/>
          </a:prstGeom>
          <a:ln w="12700">
            <a:solidFill>
              <a:srgbClr val="FFD700"/>
            </a:solidFill>
          </a:ln>
        </p:spPr>
        <p:txBody>
          <a:bodyPr/>
          <a:lstStyle/>
          <a:p>
            <a:endParaRPr lang="en-US"/>
          </a:p>
        </p:txBody>
      </p:sp>
      <p:sp>
        <p:nvSpPr>
          <p:cNvPr id="38" name="ContentCard"/>
          <p:cNvSpPr/>
          <p:nvPr/>
        </p:nvSpPr>
        <p:spPr>
          <a:xfrm>
            <a:off x="762000" y="1524000"/>
            <a:ext cx="11049000" cy="4876800"/>
          </a:xfrm>
          <a:prstGeom prst="rect">
            <a:avLst/>
          </a:prstGeom>
          <a:solidFill>
            <a:srgbClr val="0A0A0A"/>
          </a:solidFill>
          <a:ln w="6350">
            <a:solidFill>
              <a:srgbClr val="FFD700">
                <a:alpha val="8000"/>
              </a:srgbClr>
            </a:solidFill>
          </a:ln>
          <a:effectLst>
            <a:outerShdw blurRad="76200" dist="25400" dir="5400000" algn="bl" rotWithShape="0">
              <a:srgbClr val="C9A84C">
                <a:alpha val="10000"/>
              </a:srgbClr>
            </a:outerShdw>
          </a:effectLst>
        </p:spPr>
        <p:txBody>
          <a:bodyPr/>
          <a:lstStyle/>
          <a:p>
            <a:endParaRPr lang="en-US"/>
          </a:p>
        </p:txBody>
      </p:sp>
      <p:sp>
        <p:nvSpPr>
          <p:cNvPr id="39" name="ContentBody"/>
          <p:cNvSpPr txBox="1"/>
          <p:nvPr/>
        </p:nvSpPr>
        <p:spPr>
          <a:xfrm>
            <a:off x="990600" y="1752600"/>
            <a:ext cx="10591800" cy="4419600"/>
          </a:xfrm>
          <a:prstGeom prst="rect">
            <a:avLst/>
          </a:prstGeom>
          <a:noFill/>
          <a:ln>
            <a:noFill/>
          </a:ln>
        </p:spPr>
        <p:txBody>
          <a:bodyPr anchor="t"/>
          <a:lstStyle/>
          <a:p>
            <a:pPr marL="228600" indent="-228600" algn="l">
              <a:spcAft>
                <a:spcPts val="1000"/>
              </a:spcAft>
              <a:buFont typeface="Arial"/>
              <a:buChar char="•"/>
            </a:pPr>
            <a:r>
              <a:rPr lang="en-US" sz="1800" dirty="0">
                <a:solidFill>
                  <a:srgbClr val="E8E4DC"/>
                </a:solidFill>
                <a:latin typeface="Georgia"/>
              </a:rPr>
              <a:t>'I'm a teacher' = generic results you can't use.</a:t>
            </a:r>
          </a:p>
          <a:p>
            <a:pPr marL="228600" indent="-228600" algn="l">
              <a:spcAft>
                <a:spcPts val="1000"/>
              </a:spcAft>
              <a:buFont typeface="Arial"/>
              <a:buChar char="•"/>
            </a:pPr>
            <a:r>
              <a:rPr lang="en-US" sz="1800" dirty="0">
                <a:solidFill>
                  <a:srgbClr val="E8E4DC"/>
                </a:solidFill>
                <a:latin typeface="Georgia"/>
              </a:rPr>
              <a:t>'I teach AP Bio to smart but bored 17-year-olds, and I need</a:t>
            </a:r>
          </a:p>
          <a:p>
            <a:pPr marL="228600" indent="-228600" algn="l">
              <a:spcAft>
                <a:spcPts val="1000"/>
              </a:spcAft>
              <a:buFont typeface="Arial"/>
              <a:buChar char="•"/>
            </a:pPr>
            <a:r>
              <a:rPr lang="en-US" sz="1800" dirty="0">
                <a:solidFill>
                  <a:srgbClr val="E8E4DC"/>
                </a:solidFill>
                <a:latin typeface="Georgia"/>
              </a:rPr>
              <a:t>2-3 page study guides with quizzes' = results you can use.</a:t>
            </a:r>
          </a:p>
          <a:p>
            <a:pPr marL="228600" indent="-228600" algn="l">
              <a:spcAft>
                <a:spcPts val="1000"/>
              </a:spcAft>
              <a:buFont typeface="Arial"/>
              <a:buChar char="•"/>
            </a:pPr>
            <a:r>
              <a:rPr lang="en-US" sz="1800" dirty="0">
                <a:solidFill>
                  <a:srgbClr val="E8E4DC"/>
                </a:solidFill>
                <a:latin typeface="Georgia"/>
              </a:rPr>
              <a:t>The more specific your CLAUDE.md, the better every conversation gets.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21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211"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0xF028 5CA9 7E31 D4B6 1A83 0FC5 6247 E8DA 3B91 C7F2 0A58 4D6E</a:t>
            </a:r>
          </a:p>
        </p:txBody>
      </p:sp>
      <p:sp>
        <p:nvSpPr>
          <p:cNvPr id="212" name="TransTitle"/>
          <p:cNvSpPr txBox="1"/>
          <p:nvPr/>
        </p:nvSpPr>
        <p:spPr>
          <a:xfrm>
            <a:off x="762000" y="2286000"/>
            <a:ext cx="10972800" cy="914400"/>
          </a:xfrm>
          <a:prstGeom prst="rect">
            <a:avLst/>
          </a:prstGeom>
          <a:noFill/>
          <a:ln>
            <a:noFill/>
          </a:ln>
        </p:spPr>
        <p:txBody>
          <a:bodyPr anchor="b"/>
          <a:lstStyle/>
          <a:p>
            <a:pPr algn="l">
              <a:buNone/>
            </a:pPr>
            <a:r>
              <a:rPr lang="en-US" sz="3600" spc="50" dirty="0">
                <a:solidFill>
                  <a:srgbClr val="E8E4DC"/>
                </a:solidFill>
                <a:latin typeface="Georgia"/>
              </a:rPr>
              <a:t>Three Rules</a:t>
            </a:r>
          </a:p>
        </p:txBody>
      </p:sp>
      <p:sp>
        <p:nvSpPr>
          <p:cNvPr id="213" name="TransDivider"/>
          <p:cNvSpPr/>
          <p:nvPr/>
        </p:nvSpPr>
        <p:spPr>
          <a:xfrm>
            <a:off x="762000" y="3352800"/>
            <a:ext cx="1524000" cy="0"/>
          </a:xfrm>
          <a:prstGeom prst="line">
            <a:avLst/>
          </a:prstGeom>
          <a:ln w="12700">
            <a:solidFill>
              <a:srgbClr val="FFD700"/>
            </a:solidFill>
          </a:ln>
        </p:spPr>
        <p:txBody>
          <a:bodyPr/>
          <a:lstStyle/>
          <a:p>
            <a:endParaRPr lang="en-US"/>
          </a:p>
        </p:txBody>
      </p:sp>
      <p:sp>
        <p:nvSpPr>
          <p:cNvPr id="214" name="TransSubtitle"/>
          <p:cNvSpPr txBox="1"/>
          <p:nvPr/>
        </p:nvSpPr>
        <p:spPr>
          <a:xfrm>
            <a:off x="762000" y="3505200"/>
            <a:ext cx="8534400" cy="609600"/>
          </a:xfrm>
          <a:prstGeom prst="rect">
            <a:avLst/>
          </a:prstGeom>
          <a:noFill/>
          <a:ln>
            <a:noFill/>
          </a:ln>
        </p:spPr>
        <p:txBody>
          <a:bodyPr anchor="t"/>
          <a:lstStyle/>
          <a:p>
            <a:pPr algn="l">
              <a:buNone/>
            </a:pPr>
            <a:r>
              <a:rPr lang="en-US" sz="1800" dirty="0">
                <a:solidFill>
                  <a:srgbClr val="8A857D"/>
                </a:solidFill>
                <a:latin typeface="Georgia"/>
              </a:rPr>
              <a:t>The difference between decent results and results you can use</a:t>
            </a:r>
          </a:p>
        </p:txBody>
      </p:sp>
      <p:sp>
        <p:nvSpPr>
          <p:cNvPr id="960" name="C961"/>
          <p:cNvSpPr/>
          <p:nvPr/>
        </p:nvSpPr>
        <p:spPr>
          <a:xfrm>
            <a:off x="152400" y="152400"/>
            <a:ext cx="457200" cy="0"/>
          </a:xfrm>
          <a:prstGeom prst="line">
            <a:avLst/>
          </a:prstGeom>
          <a:ln w="6350">
            <a:solidFill>
              <a:srgbClr val="C9A84C">
                <a:alpha val="30000"/>
              </a:srgbClr>
            </a:solidFill>
          </a:ln>
        </p:spPr>
        <p:txBody>
          <a:bodyPr/>
          <a:lstStyle/>
          <a:p>
            <a:endParaRPr lang="en-US"/>
          </a:p>
        </p:txBody>
      </p:sp>
      <p:sp>
        <p:nvSpPr>
          <p:cNvPr id="961" name="C962"/>
          <p:cNvSpPr/>
          <p:nvPr/>
        </p:nvSpPr>
        <p:spPr>
          <a:xfrm>
            <a:off x="152400" y="152400"/>
            <a:ext cx="0" cy="457200"/>
          </a:xfrm>
          <a:prstGeom prst="line">
            <a:avLst/>
          </a:prstGeom>
          <a:ln w="6350">
            <a:solidFill>
              <a:srgbClr val="C9A84C">
                <a:alpha val="30000"/>
              </a:srgbClr>
            </a:solidFill>
          </a:ln>
        </p:spPr>
        <p:txBody>
          <a:bodyPr/>
          <a:lstStyle/>
          <a:p>
            <a:endParaRPr lang="en-US"/>
          </a:p>
        </p:txBody>
      </p:sp>
      <p:sp>
        <p:nvSpPr>
          <p:cNvPr id="962" name="C963"/>
          <p:cNvSpPr/>
          <p:nvPr/>
        </p:nvSpPr>
        <p:spPr>
          <a:xfrm>
            <a:off x="609600" y="152400"/>
            <a:ext cx="0" cy="76200"/>
          </a:xfrm>
          <a:prstGeom prst="line">
            <a:avLst/>
          </a:prstGeom>
          <a:ln w="6350">
            <a:solidFill>
              <a:srgbClr val="C9A84C">
                <a:alpha val="30000"/>
              </a:srgbClr>
            </a:solidFill>
          </a:ln>
        </p:spPr>
        <p:txBody>
          <a:bodyPr/>
          <a:lstStyle/>
          <a:p>
            <a:endParaRPr lang="en-US"/>
          </a:p>
        </p:txBody>
      </p:sp>
      <p:sp>
        <p:nvSpPr>
          <p:cNvPr id="963" name="C964"/>
          <p:cNvSpPr/>
          <p:nvPr/>
        </p:nvSpPr>
        <p:spPr>
          <a:xfrm>
            <a:off x="152400" y="609600"/>
            <a:ext cx="76200" cy="0"/>
          </a:xfrm>
          <a:prstGeom prst="line">
            <a:avLst/>
          </a:prstGeom>
          <a:ln w="6350">
            <a:solidFill>
              <a:srgbClr val="C9A84C">
                <a:alpha val="30000"/>
              </a:srgbClr>
            </a:solidFill>
          </a:ln>
        </p:spPr>
        <p:txBody>
          <a:bodyPr/>
          <a:lstStyle/>
          <a:p>
            <a:endParaRPr lang="en-US"/>
          </a:p>
        </p:txBody>
      </p:sp>
      <p:sp>
        <p:nvSpPr>
          <p:cNvPr id="964" name="C965"/>
          <p:cNvSpPr/>
          <p:nvPr/>
        </p:nvSpPr>
        <p:spPr>
          <a:xfrm>
            <a:off x="304800" y="304800"/>
            <a:ext cx="304800" cy="0"/>
          </a:xfrm>
          <a:prstGeom prst="line">
            <a:avLst/>
          </a:prstGeom>
          <a:ln w="6350">
            <a:solidFill>
              <a:srgbClr val="C9A84C">
                <a:alpha val="30000"/>
              </a:srgbClr>
            </a:solidFill>
          </a:ln>
        </p:spPr>
        <p:txBody>
          <a:bodyPr/>
          <a:lstStyle/>
          <a:p>
            <a:endParaRPr lang="en-US"/>
          </a:p>
        </p:txBody>
      </p:sp>
      <p:sp>
        <p:nvSpPr>
          <p:cNvPr id="965" name="C966"/>
          <p:cNvSpPr/>
          <p:nvPr/>
        </p:nvSpPr>
        <p:spPr>
          <a:xfrm>
            <a:off x="304800" y="304800"/>
            <a:ext cx="0" cy="304800"/>
          </a:xfrm>
          <a:prstGeom prst="line">
            <a:avLst/>
          </a:prstGeom>
          <a:ln w="6350">
            <a:solidFill>
              <a:srgbClr val="C9A84C">
                <a:alpha val="30000"/>
              </a:srgbClr>
            </a:solidFill>
          </a:ln>
        </p:spPr>
        <p:txBody>
          <a:bodyPr/>
          <a:lstStyle/>
          <a:p>
            <a:endParaRPr lang="en-US"/>
          </a:p>
        </p:txBody>
      </p:sp>
      <p:sp>
        <p:nvSpPr>
          <p:cNvPr id="966" name="C967"/>
          <p:cNvSpPr/>
          <p:nvPr/>
        </p:nvSpPr>
        <p:spPr>
          <a:xfrm>
            <a:off x="609600" y="304800"/>
            <a:ext cx="0" cy="76200"/>
          </a:xfrm>
          <a:prstGeom prst="line">
            <a:avLst/>
          </a:prstGeom>
          <a:ln w="6350">
            <a:solidFill>
              <a:srgbClr val="C9A84C">
                <a:alpha val="30000"/>
              </a:srgbClr>
            </a:solidFill>
          </a:ln>
        </p:spPr>
        <p:txBody>
          <a:bodyPr/>
          <a:lstStyle/>
          <a:p>
            <a:endParaRPr lang="en-US"/>
          </a:p>
        </p:txBody>
      </p:sp>
      <p:sp>
        <p:nvSpPr>
          <p:cNvPr id="967" name="C968"/>
          <p:cNvSpPr/>
          <p:nvPr/>
        </p:nvSpPr>
        <p:spPr>
          <a:xfrm>
            <a:off x="304800" y="609600"/>
            <a:ext cx="76200" cy="0"/>
          </a:xfrm>
          <a:prstGeom prst="line">
            <a:avLst/>
          </a:prstGeom>
          <a:ln w="6350">
            <a:solidFill>
              <a:srgbClr val="C9A84C">
                <a:alpha val="30000"/>
              </a:srgbClr>
            </a:solidFill>
          </a:ln>
        </p:spPr>
        <p:txBody>
          <a:bodyPr/>
          <a:lstStyle/>
          <a:p>
            <a:endParaRPr lang="en-US"/>
          </a:p>
        </p:txBody>
      </p:sp>
      <p:sp>
        <p:nvSpPr>
          <p:cNvPr id="968" name="C969"/>
          <p:cNvSpPr/>
          <p:nvPr/>
        </p:nvSpPr>
        <p:spPr>
          <a:xfrm>
            <a:off x="11582400" y="6705600"/>
            <a:ext cx="457200" cy="0"/>
          </a:xfrm>
          <a:prstGeom prst="line">
            <a:avLst/>
          </a:prstGeom>
          <a:ln w="6350">
            <a:solidFill>
              <a:srgbClr val="C9A84C">
                <a:alpha val="30000"/>
              </a:srgbClr>
            </a:solidFill>
          </a:ln>
        </p:spPr>
        <p:txBody>
          <a:bodyPr/>
          <a:lstStyle/>
          <a:p>
            <a:endParaRPr lang="en-US"/>
          </a:p>
        </p:txBody>
      </p:sp>
      <p:sp>
        <p:nvSpPr>
          <p:cNvPr id="969" name="C970"/>
          <p:cNvSpPr/>
          <p:nvPr/>
        </p:nvSpPr>
        <p:spPr>
          <a:xfrm>
            <a:off x="12039600" y="6248400"/>
            <a:ext cx="0" cy="457200"/>
          </a:xfrm>
          <a:prstGeom prst="line">
            <a:avLst/>
          </a:prstGeom>
          <a:ln w="6350">
            <a:solidFill>
              <a:srgbClr val="C9A84C">
                <a:alpha val="30000"/>
              </a:srgbClr>
            </a:solidFill>
          </a:ln>
        </p:spPr>
        <p:txBody>
          <a:bodyPr/>
          <a:lstStyle/>
          <a:p>
            <a:endParaRPr lang="en-US"/>
          </a:p>
        </p:txBody>
      </p:sp>
      <p:sp>
        <p:nvSpPr>
          <p:cNvPr id="970" name="C971"/>
          <p:cNvSpPr/>
          <p:nvPr/>
        </p:nvSpPr>
        <p:spPr>
          <a:xfrm>
            <a:off x="11582400" y="6629400"/>
            <a:ext cx="0" cy="76200"/>
          </a:xfrm>
          <a:prstGeom prst="line">
            <a:avLst/>
          </a:prstGeom>
          <a:ln w="6350">
            <a:solidFill>
              <a:srgbClr val="C9A84C">
                <a:alpha val="30000"/>
              </a:srgbClr>
            </a:solidFill>
          </a:ln>
        </p:spPr>
        <p:txBody>
          <a:bodyPr/>
          <a:lstStyle/>
          <a:p>
            <a:endParaRPr lang="en-US"/>
          </a:p>
        </p:txBody>
      </p:sp>
      <p:sp>
        <p:nvSpPr>
          <p:cNvPr id="971" name="C972"/>
          <p:cNvSpPr/>
          <p:nvPr/>
        </p:nvSpPr>
        <p:spPr>
          <a:xfrm>
            <a:off x="11963400" y="6248400"/>
            <a:ext cx="76200" cy="0"/>
          </a:xfrm>
          <a:prstGeom prst="line">
            <a:avLst/>
          </a:prstGeom>
          <a:ln w="6350">
            <a:solidFill>
              <a:srgbClr val="C9A84C">
                <a:alpha val="30000"/>
              </a:srgbClr>
            </a:solidFill>
          </a:ln>
        </p:spPr>
        <p:txBody>
          <a:bodyPr/>
          <a:lstStyle/>
          <a:p>
            <a:endParaRPr lang="en-US"/>
          </a:p>
        </p:txBody>
      </p:sp>
      <p:sp>
        <p:nvSpPr>
          <p:cNvPr id="972" name="C973"/>
          <p:cNvSpPr/>
          <p:nvPr/>
        </p:nvSpPr>
        <p:spPr>
          <a:xfrm>
            <a:off x="11582400" y="6553200"/>
            <a:ext cx="304800" cy="0"/>
          </a:xfrm>
          <a:prstGeom prst="line">
            <a:avLst/>
          </a:prstGeom>
          <a:ln w="6350">
            <a:solidFill>
              <a:srgbClr val="C9A84C">
                <a:alpha val="30000"/>
              </a:srgbClr>
            </a:solidFill>
          </a:ln>
        </p:spPr>
        <p:txBody>
          <a:bodyPr/>
          <a:lstStyle/>
          <a:p>
            <a:endParaRPr lang="en-US"/>
          </a:p>
        </p:txBody>
      </p:sp>
      <p:sp>
        <p:nvSpPr>
          <p:cNvPr id="973" name="C974"/>
          <p:cNvSpPr/>
          <p:nvPr/>
        </p:nvSpPr>
        <p:spPr>
          <a:xfrm>
            <a:off x="11887200" y="6248400"/>
            <a:ext cx="0" cy="304800"/>
          </a:xfrm>
          <a:prstGeom prst="line">
            <a:avLst/>
          </a:prstGeom>
          <a:ln w="6350">
            <a:solidFill>
              <a:srgbClr val="C9A84C">
                <a:alpha val="30000"/>
              </a:srgbClr>
            </a:solidFill>
          </a:ln>
        </p:spPr>
        <p:txBody>
          <a:bodyPr/>
          <a:lstStyle/>
          <a:p>
            <a:endParaRPr lang="en-US"/>
          </a:p>
        </p:txBody>
      </p:sp>
      <p:sp>
        <p:nvSpPr>
          <p:cNvPr id="974" name="C975"/>
          <p:cNvSpPr/>
          <p:nvPr/>
        </p:nvSpPr>
        <p:spPr>
          <a:xfrm>
            <a:off x="11582400" y="6477000"/>
            <a:ext cx="0" cy="76200"/>
          </a:xfrm>
          <a:prstGeom prst="line">
            <a:avLst/>
          </a:prstGeom>
          <a:ln w="6350">
            <a:solidFill>
              <a:srgbClr val="C9A84C">
                <a:alpha val="30000"/>
              </a:srgbClr>
            </a:solidFill>
          </a:ln>
        </p:spPr>
        <p:txBody>
          <a:bodyPr/>
          <a:lstStyle/>
          <a:p>
            <a:endParaRPr lang="en-US"/>
          </a:p>
        </p:txBody>
      </p:sp>
      <p:sp>
        <p:nvSpPr>
          <p:cNvPr id="975" name="C976"/>
          <p:cNvSpPr/>
          <p:nvPr/>
        </p:nvSpPr>
        <p:spPr>
          <a:xfrm>
            <a:off x="11811000" y="6248400"/>
            <a:ext cx="76200" cy="0"/>
          </a:xfrm>
          <a:prstGeom prst="line">
            <a:avLst/>
          </a:prstGeom>
          <a:ln w="6350">
            <a:solidFill>
              <a:srgbClr val="C9A84C">
                <a:alpha val="30000"/>
              </a:srgbClr>
            </a:solidFill>
          </a:ln>
        </p:spPr>
        <p:txBody>
          <a:bodyPr/>
          <a:lstStyle/>
          <a:p>
            <a:endParaRPr lang="en-US"/>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96"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0xE619 8A4F C3D5 0B72 67F1 3EA8 9C24 5D0B 4C8E D1A6 7523 F0B9</a:t>
            </a:r>
          </a:p>
        </p:txBody>
      </p:sp>
      <p:sp>
        <p:nvSpPr>
          <p:cNvPr id="95"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80" name="TimelineTitle"/>
          <p:cNvSpPr txBox="1"/>
          <p:nvPr/>
        </p:nvSpPr>
        <p:spPr>
          <a:xfrm>
            <a:off x="609600" y="304800"/>
            <a:ext cx="10972800" cy="609600"/>
          </a:xfrm>
          <a:prstGeom prst="rect">
            <a:avLst/>
          </a:prstGeom>
          <a:noFill/>
          <a:ln>
            <a:noFill/>
          </a:ln>
        </p:spPr>
        <p:txBody>
          <a:bodyPr anchor="b"/>
          <a:lstStyle/>
          <a:p>
            <a:pPr algn="l">
              <a:buNone/>
            </a:pPr>
            <a:r>
              <a:rPr lang="en-US" sz="2800" spc="50" dirty="0">
                <a:solidFill>
                  <a:srgbClr val="E8E4DC"/>
                </a:solidFill>
                <a:latin typeface="Georgia"/>
              </a:rPr>
              <a:t>Three Rules</a:t>
            </a:r>
          </a:p>
        </p:txBody>
      </p:sp>
      <p:sp>
        <p:nvSpPr>
          <p:cNvPr id="81" name="TimelineDivider"/>
          <p:cNvSpPr/>
          <p:nvPr/>
        </p:nvSpPr>
        <p:spPr>
          <a:xfrm>
            <a:off x="609600" y="1028700"/>
            <a:ext cx="1143000" cy="0"/>
          </a:xfrm>
          <a:prstGeom prst="line">
            <a:avLst/>
          </a:prstGeom>
          <a:ln w="12700">
            <a:solidFill>
              <a:srgbClr val="FFD700"/>
            </a:solidFill>
          </a:ln>
        </p:spPr>
        <p:txBody>
          <a:bodyPr/>
          <a:lstStyle/>
          <a:p>
            <a:endParaRPr lang="en-US"/>
          </a:p>
        </p:txBody>
      </p:sp>
      <p:sp>
        <p:nvSpPr>
          <p:cNvPr id="82" name="ConnectLine"/>
          <p:cNvSpPr/>
          <p:nvPr/>
        </p:nvSpPr>
        <p:spPr>
          <a:xfrm>
            <a:off x="1295400" y="3048000"/>
            <a:ext cx="9601200" cy="0"/>
          </a:xfrm>
          <a:prstGeom prst="line">
            <a:avLst/>
          </a:prstGeom>
          <a:ln w="12700">
            <a:solidFill>
              <a:srgbClr val="C9A84C">
                <a:alpha val="30000"/>
              </a:srgbClr>
            </a:solidFill>
          </a:ln>
        </p:spPr>
        <p:txBody>
          <a:bodyPr/>
          <a:lstStyle/>
          <a:p>
            <a:endParaRPr lang="en-US"/>
          </a:p>
        </p:txBody>
      </p:sp>
      <p:sp>
        <p:nvSpPr>
          <p:cNvPr id="83" name="StepCircle0"/>
          <p:cNvSpPr/>
          <p:nvPr/>
        </p:nvSpPr>
        <p:spPr>
          <a:xfrm>
            <a:off x="18211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01</a:t>
            </a:r>
          </a:p>
        </p:txBody>
      </p:sp>
      <p:sp>
        <p:nvSpPr>
          <p:cNvPr id="84" name="StepTitle0"/>
          <p:cNvSpPr txBox="1"/>
          <p:nvPr/>
        </p:nvSpPr>
        <p:spPr>
          <a:xfrm>
            <a:off x="8382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VERIFY</a:t>
            </a:r>
          </a:p>
        </p:txBody>
      </p:sp>
      <p:sp>
        <p:nvSpPr>
          <p:cNvPr id="85" name="StepDesc0"/>
          <p:cNvSpPr txBox="1"/>
          <p:nvPr/>
        </p:nvSpPr>
        <p:spPr>
          <a:xfrm>
            <a:off x="838200" y="3855720"/>
            <a:ext cx="2514600" cy="1371600"/>
          </a:xfrm>
          <a:prstGeom prst="rect">
            <a:avLst/>
          </a:prstGeom>
          <a:noFill/>
          <a:ln>
            <a:noFill/>
          </a:ln>
        </p:spPr>
        <p:txBody>
          <a:bodyPr anchor="t"/>
          <a:lstStyle/>
          <a:p>
            <a:pPr algn="ctr">
              <a:buNone/>
            </a:pPr>
            <a:r>
              <a:rPr lang="en-US" sz="1400" dirty="0">
                <a:solidFill>
                  <a:srgbClr val="8A857D"/>
                </a:solidFill>
                <a:latin typeface="Georgia"/>
              </a:rPr>
              <a:t>Don't just trust polished output. Read it. Check facts. Run the numbers.</a:t>
            </a:r>
          </a:p>
        </p:txBody>
      </p:sp>
      <p:sp>
        <p:nvSpPr>
          <p:cNvPr id="86" name="StepCircle1"/>
          <p:cNvSpPr/>
          <p:nvPr/>
        </p:nvSpPr>
        <p:spPr>
          <a:xfrm>
            <a:off x="43357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02</a:t>
            </a:r>
          </a:p>
        </p:txBody>
      </p:sp>
      <p:sp>
        <p:nvSpPr>
          <p:cNvPr id="87" name="StepTitle1"/>
          <p:cNvSpPr txBox="1"/>
          <p:nvPr/>
        </p:nvSpPr>
        <p:spPr>
          <a:xfrm>
            <a:off x="33528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ONE AT A TIME</a:t>
            </a:r>
          </a:p>
        </p:txBody>
      </p:sp>
      <p:sp>
        <p:nvSpPr>
          <p:cNvPr id="88" name="StepDesc1"/>
          <p:cNvSpPr txBox="1"/>
          <p:nvPr/>
        </p:nvSpPr>
        <p:spPr>
          <a:xfrm>
            <a:off x="3352800" y="3855720"/>
            <a:ext cx="2514600" cy="1371600"/>
          </a:xfrm>
          <a:prstGeom prst="rect">
            <a:avLst/>
          </a:prstGeom>
          <a:noFill/>
          <a:ln>
            <a:noFill/>
          </a:ln>
        </p:spPr>
        <p:txBody>
          <a:bodyPr anchor="t"/>
          <a:lstStyle/>
          <a:p>
            <a:pPr algn="ctr">
              <a:buNone/>
            </a:pPr>
            <a:r>
              <a:rPr lang="en-US" sz="1400" dirty="0">
                <a:solidFill>
                  <a:srgbClr val="8A857D"/>
                </a:solidFill>
                <a:latin typeface="Georgia"/>
              </a:rPr>
              <a:t>One project, one task. Check the output. Then the next thing.</a:t>
            </a:r>
          </a:p>
        </p:txBody>
      </p:sp>
      <p:sp>
        <p:nvSpPr>
          <p:cNvPr id="89" name="StepCircle2"/>
          <p:cNvSpPr/>
          <p:nvPr/>
        </p:nvSpPr>
        <p:spPr>
          <a:xfrm>
            <a:off x="68503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03</a:t>
            </a:r>
          </a:p>
        </p:txBody>
      </p:sp>
      <p:sp>
        <p:nvSpPr>
          <p:cNvPr id="90" name="StepTitle2"/>
          <p:cNvSpPr txBox="1"/>
          <p:nvPr/>
        </p:nvSpPr>
        <p:spPr>
          <a:xfrm>
            <a:off x="58674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THINK FIRST</a:t>
            </a:r>
          </a:p>
        </p:txBody>
      </p:sp>
      <p:sp>
        <p:nvSpPr>
          <p:cNvPr id="91" name="StepDesc2"/>
          <p:cNvSpPr txBox="1"/>
          <p:nvPr/>
        </p:nvSpPr>
        <p:spPr>
          <a:xfrm>
            <a:off x="5867400" y="3855720"/>
            <a:ext cx="2514600" cy="1371600"/>
          </a:xfrm>
          <a:prstGeom prst="rect">
            <a:avLst/>
          </a:prstGeom>
          <a:noFill/>
          <a:ln>
            <a:noFill/>
          </a:ln>
        </p:spPr>
        <p:txBody>
          <a:bodyPr anchor="t"/>
          <a:lstStyle/>
          <a:p>
            <a:pPr algn="ctr">
              <a:buNone/>
            </a:pPr>
            <a:r>
              <a:rPr lang="en-US" sz="1400" dirty="0">
                <a:solidFill>
                  <a:srgbClr val="8A857D"/>
                </a:solidFill>
                <a:latin typeface="Georgia"/>
              </a:rPr>
              <a:t>What do I need? What does 'done' look like? What constraints matter?</a:t>
            </a:r>
          </a:p>
        </p:txBody>
      </p:sp>
      <p:sp>
        <p:nvSpPr>
          <p:cNvPr id="92" name="StepCircle3"/>
          <p:cNvSpPr/>
          <p:nvPr/>
        </p:nvSpPr>
        <p:spPr>
          <a:xfrm>
            <a:off x="9364980" y="2773680"/>
            <a:ext cx="548640" cy="548640"/>
          </a:xfrm>
          <a:prstGeom prst="ellipse">
            <a:avLst/>
          </a:prstGeom>
          <a:solidFill>
            <a:srgbClr val="0A0A0A"/>
          </a:solidFill>
          <a:ln w="19050">
            <a:solidFill>
              <a:srgbClr val="FFD700"/>
            </a:solidFill>
          </a:ln>
        </p:spPr>
        <p:txBody>
          <a:bodyPr wrap="none" lIns="0" tIns="0" rIns="0" bIns="0" anchor="ctr" anchorCtr="1"/>
          <a:lstStyle/>
          <a:p>
            <a:pPr algn="ctr">
              <a:buNone/>
            </a:pPr>
            <a:r>
              <a:rPr lang="en-US" sz="2000" dirty="0">
                <a:solidFill>
                  <a:srgbClr val="FFD700"/>
                </a:solidFill>
                <a:latin typeface="Georgia"/>
              </a:rPr>
              <a:t/>
            </a:r>
          </a:p>
        </p:txBody>
      </p:sp>
      <p:sp>
        <p:nvSpPr>
          <p:cNvPr id="93" name="StepTitle3"/>
          <p:cNvSpPr txBox="1"/>
          <p:nvPr/>
        </p:nvSpPr>
        <p:spPr>
          <a:xfrm>
            <a:off x="8382000" y="3550920"/>
            <a:ext cx="2514600" cy="304800"/>
          </a:xfrm>
          <a:prstGeom prst="rect">
            <a:avLst/>
          </a:prstGeom>
          <a:noFill/>
          <a:ln>
            <a:noFill/>
          </a:ln>
        </p:spPr>
        <p:txBody>
          <a:bodyPr anchor="t"/>
          <a:lstStyle/>
          <a:p>
            <a:pPr algn="ctr">
              <a:buNone/>
            </a:pPr>
            <a:r>
              <a:rPr lang="en-US" sz="1100" spc="400" dirty="0">
                <a:solidFill>
                  <a:srgbClr val="FFD700"/>
                </a:solidFill>
                <a:latin typeface="Georgia"/>
              </a:rPr>
              <a:t/>
            </a:r>
          </a:p>
        </p:txBody>
      </p:sp>
      <p:sp>
        <p:nvSpPr>
          <p:cNvPr id="94" name="StepDesc3"/>
          <p:cNvSpPr txBox="1"/>
          <p:nvPr/>
        </p:nvSpPr>
        <p:spPr>
          <a:xfrm>
            <a:off x="8382000" y="3855720"/>
            <a:ext cx="2514600" cy="1371600"/>
          </a:xfrm>
          <a:prstGeom prst="rect">
            <a:avLst/>
          </a:prstGeom>
          <a:noFill/>
          <a:ln>
            <a:noFill/>
          </a:ln>
        </p:spPr>
        <p:txBody>
          <a:bodyPr anchor="t"/>
          <a:lstStyle/>
          <a:p>
            <a:pPr algn="ctr">
              <a:buNone/>
            </a:pPr>
            <a:r>
              <a:rPr lang="en-US" sz="1400" dirty="0">
                <a:solidFill>
                  <a:srgbClr val="8A857D"/>
                </a:solidFill>
                <a:latin typeface="Georgia"/>
              </a:rPr>
              <a:t/>
            </a:r>
          </a:p>
        </p:txBody>
      </p:sp>
      <p:sp>
        <p:nvSpPr>
          <p:cNvPr id="900" name="C901"/>
          <p:cNvSpPr/>
          <p:nvPr/>
        </p:nvSpPr>
        <p:spPr>
          <a:xfrm>
            <a:off x="152400" y="228600"/>
            <a:ext cx="685800" cy="0"/>
          </a:xfrm>
          <a:prstGeom prst="line">
            <a:avLst/>
          </a:prstGeom>
          <a:ln w="6350">
            <a:solidFill>
              <a:srgbClr val="C9A84C">
                <a:alpha val="30000"/>
              </a:srgbClr>
            </a:solidFill>
          </a:ln>
        </p:spPr>
        <p:txBody>
          <a:bodyPr/>
          <a:lstStyle/>
          <a:p>
            <a:endParaRPr lang="en-US"/>
          </a:p>
        </p:txBody>
      </p:sp>
      <p:sp>
        <p:nvSpPr>
          <p:cNvPr id="901" name="C902"/>
          <p:cNvSpPr/>
          <p:nvPr/>
        </p:nvSpPr>
        <p:spPr>
          <a:xfrm>
            <a:off x="228600" y="152400"/>
            <a:ext cx="0" cy="685800"/>
          </a:xfrm>
          <a:prstGeom prst="line">
            <a:avLst/>
          </a:prstGeom>
          <a:ln w="6350">
            <a:solidFill>
              <a:srgbClr val="C9A84C">
                <a:alpha val="30000"/>
              </a:srgbClr>
            </a:solidFill>
          </a:ln>
        </p:spPr>
        <p:txBody>
          <a:bodyPr/>
          <a:lstStyle/>
          <a:p>
            <a:endParaRPr lang="en-US"/>
          </a:p>
        </p:txBody>
      </p:sp>
      <p:sp>
        <p:nvSpPr>
          <p:cNvPr id="902" name="C903"/>
          <p:cNvSpPr/>
          <p:nvPr/>
        </p:nvSpPr>
        <p:spPr>
          <a:xfrm>
            <a:off x="487680" y="533400"/>
            <a:ext cx="91440" cy="0"/>
          </a:xfrm>
          <a:prstGeom prst="line">
            <a:avLst/>
          </a:prstGeom>
          <a:ln w="6350">
            <a:solidFill>
              <a:srgbClr val="C9A84C">
                <a:alpha val="30000"/>
              </a:srgbClr>
            </a:solidFill>
          </a:ln>
        </p:spPr>
        <p:txBody>
          <a:bodyPr/>
          <a:lstStyle/>
          <a:p>
            <a:endParaRPr lang="en-US"/>
          </a:p>
        </p:txBody>
      </p:sp>
      <p:sp>
        <p:nvSpPr>
          <p:cNvPr id="903" name="C904"/>
          <p:cNvSpPr/>
          <p:nvPr/>
        </p:nvSpPr>
        <p:spPr>
          <a:xfrm>
            <a:off x="533400" y="487680"/>
            <a:ext cx="0" cy="91440"/>
          </a:xfrm>
          <a:prstGeom prst="line">
            <a:avLst/>
          </a:prstGeom>
          <a:ln w="6350">
            <a:solidFill>
              <a:srgbClr val="C9A84C">
                <a:alpha val="30000"/>
              </a:srgbClr>
            </a:solidFill>
          </a:ln>
        </p:spPr>
        <p:txBody>
          <a:bodyPr/>
          <a:lstStyle/>
          <a:p>
            <a:endParaRPr lang="en-US"/>
          </a:p>
        </p:txBody>
      </p:sp>
      <p:sp>
        <p:nvSpPr>
          <p:cNvPr id="904" name="C905"/>
          <p:cNvSpPr/>
          <p:nvPr/>
        </p:nvSpPr>
        <p:spPr>
          <a:xfrm>
            <a:off x="11353800" y="6629400"/>
            <a:ext cx="685800" cy="0"/>
          </a:xfrm>
          <a:prstGeom prst="line">
            <a:avLst/>
          </a:prstGeom>
          <a:ln w="6350">
            <a:solidFill>
              <a:srgbClr val="C9A84C">
                <a:alpha val="30000"/>
              </a:srgbClr>
            </a:solidFill>
          </a:ln>
        </p:spPr>
        <p:txBody>
          <a:bodyPr/>
          <a:lstStyle/>
          <a:p>
            <a:endParaRPr lang="en-US"/>
          </a:p>
        </p:txBody>
      </p:sp>
      <p:sp>
        <p:nvSpPr>
          <p:cNvPr id="905" name="C906"/>
          <p:cNvSpPr/>
          <p:nvPr/>
        </p:nvSpPr>
        <p:spPr>
          <a:xfrm>
            <a:off x="11963400" y="6019800"/>
            <a:ext cx="0" cy="685800"/>
          </a:xfrm>
          <a:prstGeom prst="line">
            <a:avLst/>
          </a:prstGeom>
          <a:ln w="6350">
            <a:solidFill>
              <a:srgbClr val="C9A84C">
                <a:alpha val="30000"/>
              </a:srgbClr>
            </a:solidFill>
          </a:ln>
        </p:spPr>
        <p:txBody>
          <a:bodyPr/>
          <a:lstStyle/>
          <a:p>
            <a:endParaRPr lang="en-US"/>
          </a:p>
        </p:txBody>
      </p:sp>
      <p:sp>
        <p:nvSpPr>
          <p:cNvPr id="906" name="C907"/>
          <p:cNvSpPr/>
          <p:nvPr/>
        </p:nvSpPr>
        <p:spPr>
          <a:xfrm>
            <a:off x="11612880" y="6324600"/>
            <a:ext cx="91440" cy="0"/>
          </a:xfrm>
          <a:prstGeom prst="line">
            <a:avLst/>
          </a:prstGeom>
          <a:ln w="6350">
            <a:solidFill>
              <a:srgbClr val="C9A84C">
                <a:alpha val="30000"/>
              </a:srgbClr>
            </a:solidFill>
          </a:ln>
        </p:spPr>
        <p:txBody>
          <a:bodyPr/>
          <a:lstStyle/>
          <a:p>
            <a:endParaRPr lang="en-US"/>
          </a:p>
        </p:txBody>
      </p:sp>
      <p:sp>
        <p:nvSpPr>
          <p:cNvPr id="907" name="C908"/>
          <p:cNvSpPr/>
          <p:nvPr/>
        </p:nvSpPr>
        <p:spPr>
          <a:xfrm>
            <a:off x="11658600" y="6278880"/>
            <a:ext cx="0" cy="91440"/>
          </a:xfrm>
          <a:prstGeom prst="line">
            <a:avLst/>
          </a:prstGeom>
          <a:ln w="6350">
            <a:solidFill>
              <a:srgbClr val="C9A84C">
                <a:alpha val="30000"/>
              </a:srgbClr>
            </a:solidFill>
          </a:ln>
        </p:spPr>
        <p:txBody>
          <a:bodyPr/>
          <a:lstStyle/>
          <a:p>
            <a:endParaRPr lang="en-US"/>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34" name="GoldVignette"/>
          <p:cNvSpPr/>
          <p:nvPr/>
        </p:nvSpPr>
        <p:spPr>
          <a:xfrm>
            <a:off x="1524000" y="914400"/>
            <a:ext cx="9144000" cy="5029200"/>
          </a:xfrm>
          <a:prstGeom prst="ellipse">
            <a:avLst/>
          </a:prstGeom>
          <a:gradFill>
            <a:gsLst>
              <a:gs pos="0">
                <a:srgbClr val="FFD700">
                  <a:alpha val="3000"/>
                </a:srgbClr>
              </a:gs>
              <a:gs pos="45000">
                <a:srgbClr val="C9A84C">
                  <a:alpha val="1500"/>
                </a:srgbClr>
              </a:gs>
              <a:gs pos="100000">
                <a:srgbClr val="000000">
                  <a:alpha val="0"/>
                </a:srgbClr>
              </a:gs>
            </a:gsLst>
            <a:path path="circle">
              <a:fillToRect l="50000" t="50000" r="50000" b="50000"/>
            </a:path>
          </a:gradFill>
          <a:ln>
            <a:noFill/>
          </a:ln>
        </p:spPr>
        <p:txBody>
          <a:bodyPr/>
          <a:lstStyle/>
          <a:p>
            <a:endParaRPr lang="en-US"/>
          </a:p>
        </p:txBody>
      </p:sp>
      <p:sp>
        <p:nvSpPr>
          <p:cNvPr id="900" name="Corner901"/>
          <p:cNvSpPr/>
          <p:nvPr/>
        </p:nvSpPr>
        <p:spPr>
          <a:xfrm>
            <a:off x="152400" y="152400"/>
            <a:ext cx="533400" cy="0"/>
          </a:xfrm>
          <a:prstGeom prst="line">
            <a:avLst/>
          </a:prstGeom>
          <a:ln w="6350">
            <a:solidFill>
              <a:srgbClr val="C9A84C">
                <a:alpha val="30000"/>
              </a:srgbClr>
            </a:solidFill>
          </a:ln>
        </p:spPr>
        <p:txBody>
          <a:bodyPr/>
          <a:lstStyle/>
          <a:p>
            <a:endParaRPr lang="en-US"/>
          </a:p>
        </p:txBody>
      </p:sp>
      <p:sp>
        <p:nvSpPr>
          <p:cNvPr id="901" name="Corner902"/>
          <p:cNvSpPr/>
          <p:nvPr/>
        </p:nvSpPr>
        <p:spPr>
          <a:xfrm>
            <a:off x="152400" y="228600"/>
            <a:ext cx="457200" cy="0"/>
          </a:xfrm>
          <a:prstGeom prst="line">
            <a:avLst/>
          </a:prstGeom>
          <a:ln w="6350">
            <a:solidFill>
              <a:srgbClr val="C9A84C">
                <a:alpha val="30000"/>
              </a:srgbClr>
            </a:solidFill>
          </a:ln>
        </p:spPr>
        <p:txBody>
          <a:bodyPr/>
          <a:lstStyle/>
          <a:p>
            <a:endParaRPr lang="en-US"/>
          </a:p>
        </p:txBody>
      </p:sp>
      <p:sp>
        <p:nvSpPr>
          <p:cNvPr id="902" name="Corner903"/>
          <p:cNvSpPr/>
          <p:nvPr/>
        </p:nvSpPr>
        <p:spPr>
          <a:xfrm>
            <a:off x="152400" y="304800"/>
            <a:ext cx="381000" cy="0"/>
          </a:xfrm>
          <a:prstGeom prst="line">
            <a:avLst/>
          </a:prstGeom>
          <a:ln w="6350">
            <a:solidFill>
              <a:srgbClr val="C9A84C">
                <a:alpha val="30000"/>
              </a:srgbClr>
            </a:solidFill>
          </a:ln>
        </p:spPr>
        <p:txBody>
          <a:bodyPr/>
          <a:lstStyle/>
          <a:p>
            <a:endParaRPr lang="en-US"/>
          </a:p>
        </p:txBody>
      </p:sp>
      <p:sp>
        <p:nvSpPr>
          <p:cNvPr id="903" name="Corner904"/>
          <p:cNvSpPr/>
          <p:nvPr/>
        </p:nvSpPr>
        <p:spPr>
          <a:xfrm>
            <a:off x="152400" y="152400"/>
            <a:ext cx="0" cy="228600"/>
          </a:xfrm>
          <a:prstGeom prst="line">
            <a:avLst/>
          </a:prstGeom>
          <a:ln w="6350">
            <a:solidFill>
              <a:srgbClr val="C9A84C">
                <a:alpha val="30000"/>
              </a:srgbClr>
            </a:solidFill>
          </a:ln>
        </p:spPr>
        <p:txBody>
          <a:bodyPr/>
          <a:lstStyle/>
          <a:p>
            <a:endParaRPr lang="en-US"/>
          </a:p>
        </p:txBody>
      </p:sp>
      <p:sp>
        <p:nvSpPr>
          <p:cNvPr id="904" name="CornerDia905"/>
          <p:cNvSpPr/>
          <p:nvPr/>
        </p:nvSpPr>
        <p:spPr>
          <a:xfrm>
            <a:off x="723900" y="122400"/>
            <a:ext cx="60000" cy="60000"/>
          </a:xfrm>
          <a:prstGeom prst="diamond">
            <a:avLst/>
          </a:prstGeom>
          <a:noFill/>
          <a:ln w="6350">
            <a:solidFill>
              <a:srgbClr val="C9A84C">
                <a:alpha val="30000"/>
              </a:srgbClr>
            </a:solidFill>
          </a:ln>
        </p:spPr>
        <p:txBody>
          <a:bodyPr/>
          <a:lstStyle/>
          <a:p>
            <a:endParaRPr lang="en-US"/>
          </a:p>
        </p:txBody>
      </p:sp>
      <p:sp>
        <p:nvSpPr>
          <p:cNvPr id="905" name="Corner906"/>
          <p:cNvSpPr/>
          <p:nvPr/>
        </p:nvSpPr>
        <p:spPr>
          <a:xfrm>
            <a:off x="11506200" y="6705600"/>
            <a:ext cx="533400" cy="0"/>
          </a:xfrm>
          <a:prstGeom prst="line">
            <a:avLst/>
          </a:prstGeom>
          <a:ln w="6350">
            <a:solidFill>
              <a:srgbClr val="C9A84C">
                <a:alpha val="30000"/>
              </a:srgbClr>
            </a:solidFill>
          </a:ln>
        </p:spPr>
        <p:txBody>
          <a:bodyPr/>
          <a:lstStyle/>
          <a:p>
            <a:endParaRPr lang="en-US"/>
          </a:p>
        </p:txBody>
      </p:sp>
      <p:sp>
        <p:nvSpPr>
          <p:cNvPr id="906" name="Corner907"/>
          <p:cNvSpPr/>
          <p:nvPr/>
        </p:nvSpPr>
        <p:spPr>
          <a:xfrm>
            <a:off x="11582400" y="6629400"/>
            <a:ext cx="457200" cy="0"/>
          </a:xfrm>
          <a:prstGeom prst="line">
            <a:avLst/>
          </a:prstGeom>
          <a:ln w="6350">
            <a:solidFill>
              <a:srgbClr val="C9A84C">
                <a:alpha val="30000"/>
              </a:srgbClr>
            </a:solidFill>
          </a:ln>
        </p:spPr>
        <p:txBody>
          <a:bodyPr/>
          <a:lstStyle/>
          <a:p>
            <a:endParaRPr lang="en-US"/>
          </a:p>
        </p:txBody>
      </p:sp>
      <p:sp>
        <p:nvSpPr>
          <p:cNvPr id="907" name="Corner908"/>
          <p:cNvSpPr/>
          <p:nvPr/>
        </p:nvSpPr>
        <p:spPr>
          <a:xfrm>
            <a:off x="11658600" y="6553200"/>
            <a:ext cx="381000" cy="0"/>
          </a:xfrm>
          <a:prstGeom prst="line">
            <a:avLst/>
          </a:prstGeom>
          <a:ln w="6350">
            <a:solidFill>
              <a:srgbClr val="C9A84C">
                <a:alpha val="30000"/>
              </a:srgbClr>
            </a:solidFill>
          </a:ln>
        </p:spPr>
        <p:txBody>
          <a:bodyPr/>
          <a:lstStyle/>
          <a:p>
            <a:endParaRPr lang="en-US"/>
          </a:p>
        </p:txBody>
      </p:sp>
      <p:sp>
        <p:nvSpPr>
          <p:cNvPr id="908" name="Corner909"/>
          <p:cNvSpPr/>
          <p:nvPr/>
        </p:nvSpPr>
        <p:spPr>
          <a:xfrm>
            <a:off x="12039600" y="6477000"/>
            <a:ext cx="0" cy="228600"/>
          </a:xfrm>
          <a:prstGeom prst="line">
            <a:avLst/>
          </a:prstGeom>
          <a:ln w="6350">
            <a:solidFill>
              <a:srgbClr val="C9A84C">
                <a:alpha val="30000"/>
              </a:srgbClr>
            </a:solidFill>
          </a:ln>
        </p:spPr>
        <p:txBody>
          <a:bodyPr/>
          <a:lstStyle/>
          <a:p>
            <a:endParaRPr lang="en-US"/>
          </a:p>
        </p:txBody>
      </p:sp>
      <p:sp>
        <p:nvSpPr>
          <p:cNvPr id="909" name="CornerDia910"/>
          <p:cNvSpPr/>
          <p:nvPr/>
        </p:nvSpPr>
        <p:spPr>
          <a:xfrm>
            <a:off x="11408100" y="6675600"/>
            <a:ext cx="60000" cy="60000"/>
          </a:xfrm>
          <a:prstGeom prst="diamond">
            <a:avLst/>
          </a:prstGeom>
          <a:noFill/>
          <a:ln w="6350">
            <a:solidFill>
              <a:srgbClr val="C9A84C">
                <a:alpha val="30000"/>
              </a:srgbClr>
            </a:solidFill>
          </a:ln>
        </p:spPr>
        <p:txBody>
          <a:bodyPr/>
          <a:lstStyle/>
          <a:p>
            <a:endParaRPr lang="en-US"/>
          </a:p>
        </p:txBody>
      </p:sp>
      <p:sp>
        <p:nvSpPr>
          <p:cNvPr id="30" name="AccentLine"/>
          <p:cNvSpPr/>
          <p:nvPr/>
        </p:nvSpPr>
        <p:spPr>
          <a:xfrm>
            <a:off x="457200" y="457200"/>
            <a:ext cx="0" cy="5943600"/>
          </a:xfrm>
          <a:prstGeom prst="line">
            <a:avLst/>
          </a:prstGeom>
          <a:ln w="9525">
            <a:gradFill>
              <a:gsLst>
                <a:gs pos="0">
                  <a:srgbClr val="FFD700"/>
                </a:gs>
                <a:gs pos="100000">
                  <a:srgbClr val="C9A84C">
                    <a:alpha val="10000"/>
                  </a:srgbClr>
                </a:gs>
              </a:gsLst>
              <a:lin ang="5400000" scaled="1"/>
            </a:gradFill>
          </a:ln>
        </p:spPr>
        <p:txBody>
          <a:bodyPr/>
          <a:lstStyle/>
          <a:p>
            <a:endParaRPr lang="en-US"/>
          </a:p>
        </p:txBody>
      </p:sp>
      <p:sp>
        <p:nvSpPr>
          <p:cNvPr id="37" name="HexAccent"/>
          <p:cNvSpPr txBox="1"/>
          <p:nvPr/>
        </p:nvSpPr>
        <p:spPr>
          <a:xfrm rot="16200000">
            <a:off x="-1981200" y="2514600"/>
            <a:ext cx="5486400" cy="304800"/>
          </a:xfrm>
          <a:prstGeom prst="rect">
            <a:avLst/>
          </a:prstGeom>
          <a:noFill/>
          <a:ln>
            <a:noFill/>
          </a:ln>
        </p:spPr>
        <p:txBody>
          <a:bodyPr anchor="ctr"/>
          <a:lstStyle/>
          <a:p>
            <a:pPr algn="ctr">
              <a:buNone/>
            </a:pPr>
            <a:r>
              <a:rPr lang="en-US" sz="700" spc="300" dirty="0">
                <a:solidFill>
                  <a:srgbClr val="C9A84C">
                    <a:alpha val="8000"/>
                  </a:srgbClr>
                </a:solidFill>
                <a:latin typeface="Consolas"/>
              </a:rPr>
              <a:t>0xA3F7 9B2E 1D4C 8F06 E5A1 C8D3 F7B2 4690 7E91 3FA8 2C5D 0B67</a:t>
            </a:r>
          </a:p>
        </p:txBody>
      </p:sp>
      <p:sp>
        <p:nvSpPr>
          <p:cNvPr id="31" name="ContentOverline"/>
          <p:cNvSpPr txBox="1"/>
          <p:nvPr/>
        </p:nvSpPr>
        <p:spPr>
          <a:xfrm>
            <a:off x="762000" y="304800"/>
            <a:ext cx="5486400" cy="274320"/>
          </a:xfrm>
          <a:prstGeom prst="rect">
            <a:avLst/>
          </a:prstGeom>
          <a:noFill/>
          <a:ln>
            <a:noFill/>
          </a:ln>
        </p:spPr>
        <p:txBody>
          <a:bodyPr anchor="b"/>
          <a:lstStyle/>
          <a:p>
            <a:pPr algn="l">
              <a:buNone/>
            </a:pPr>
            <a:r>
              <a:rPr lang="en-US" sz="1000" spc="500" dirty="0">
                <a:solidFill>
                  <a:srgbClr val="C9A84C"/>
                </a:solidFill>
                <a:latin typeface="Georgia"/>
              </a:rPr>
              <a:t>TAKEAWAY</a:t>
            </a:r>
          </a:p>
        </p:txBody>
      </p:sp>
      <p:sp>
        <p:nvSpPr>
          <p:cNvPr id="32" name="ContentTitle"/>
          <p:cNvSpPr txBox="1"/>
          <p:nvPr/>
        </p:nvSpPr>
        <p:spPr>
          <a:xfrm>
            <a:off x="762000" y="579120"/>
            <a:ext cx="10972800" cy="609600"/>
          </a:xfrm>
          <a:prstGeom prst="rect">
            <a:avLst/>
          </a:prstGeom>
          <a:noFill/>
          <a:ln>
            <a:noFill/>
          </a:ln>
        </p:spPr>
        <p:txBody>
          <a:bodyPr anchor="t"/>
          <a:lstStyle/>
          <a:p>
            <a:pPr algn="l">
              <a:buNone/>
            </a:pPr>
            <a:r>
              <a:rPr lang="en-US" sz="2800" spc="50" dirty="0">
                <a:solidFill>
                  <a:srgbClr val="E8E4DC"/>
                </a:solidFill>
                <a:latin typeface="Georgia"/>
              </a:rPr>
              <a:t>What You Have Now</a:t>
            </a:r>
          </a:p>
        </p:txBody>
      </p:sp>
      <p:sp>
        <p:nvSpPr>
          <p:cNvPr id="33" name="TitleDivider"/>
          <p:cNvSpPr/>
          <p:nvPr/>
        </p:nvSpPr>
        <p:spPr>
          <a:xfrm>
            <a:off x="762000" y="1295400"/>
            <a:ext cx="1143000" cy="0"/>
          </a:xfrm>
          <a:prstGeom prst="line">
            <a:avLst/>
          </a:prstGeom>
          <a:ln w="12700">
            <a:solidFill>
              <a:srgbClr val="FFD700"/>
            </a:solidFill>
          </a:ln>
        </p:spPr>
        <p:txBody>
          <a:bodyPr/>
          <a:lstStyle/>
          <a:p>
            <a:endParaRPr lang="en-US"/>
          </a:p>
        </p:txBody>
      </p:sp>
      <p:sp>
        <p:nvSpPr>
          <p:cNvPr id="38" name="ContentCard"/>
          <p:cNvSpPr/>
          <p:nvPr/>
        </p:nvSpPr>
        <p:spPr>
          <a:xfrm>
            <a:off x="762000" y="1524000"/>
            <a:ext cx="11049000" cy="4876800"/>
          </a:xfrm>
          <a:prstGeom prst="rect">
            <a:avLst/>
          </a:prstGeom>
          <a:solidFill>
            <a:srgbClr val="0A0A0A"/>
          </a:solidFill>
          <a:ln w="6350">
            <a:solidFill>
              <a:srgbClr val="FFD700">
                <a:alpha val="8000"/>
              </a:srgbClr>
            </a:solidFill>
          </a:ln>
          <a:effectLst>
            <a:outerShdw blurRad="76200" dist="25400" dir="5400000" algn="bl" rotWithShape="0">
              <a:srgbClr val="C9A84C">
                <a:alpha val="10000"/>
              </a:srgbClr>
            </a:outerShdw>
          </a:effectLst>
        </p:spPr>
        <p:txBody>
          <a:bodyPr/>
          <a:lstStyle/>
          <a:p>
            <a:endParaRPr lang="en-US"/>
          </a:p>
        </p:txBody>
      </p:sp>
      <p:sp>
        <p:nvSpPr>
          <p:cNvPr id="39" name="ContentBody"/>
          <p:cNvSpPr txBox="1"/>
          <p:nvPr/>
        </p:nvSpPr>
        <p:spPr>
          <a:xfrm>
            <a:off x="990600" y="1752600"/>
            <a:ext cx="10591800" cy="4419600"/>
          </a:xfrm>
          <a:prstGeom prst="rect">
            <a:avLst/>
          </a:prstGeom>
          <a:noFill/>
          <a:ln>
            <a:noFill/>
          </a:ln>
        </p:spPr>
        <p:txBody>
          <a:bodyPr anchor="t"/>
          <a:lstStyle/>
          <a:p>
            <a:pPr marL="228600" indent="-228600" algn="l">
              <a:spcAft>
                <a:spcPts val="1000"/>
              </a:spcAft>
              <a:buFont typeface="Arial"/>
              <a:buChar char="•"/>
            </a:pPr>
            <a:r>
              <a:rPr lang="en-US" sz="1800" dirty="0">
                <a:solidFill>
                  <a:srgbClr val="E8E4DC"/>
                </a:solidFill>
                <a:latin typeface="Georgia"/>
              </a:rPr>
              <a:t>VS Code + Claude Code installed and working on your computer</a:t>
            </a:r>
          </a:p>
          <a:p>
            <a:pPr marL="228600" indent="-228600" algn="l">
              <a:spcAft>
                <a:spcPts val="1000"/>
              </a:spcAft>
              <a:buFont typeface="Arial"/>
              <a:buChar char="•"/>
            </a:pPr>
            <a:r>
              <a:rPr lang="en-US" sz="1800" dirty="0">
                <a:solidFill>
                  <a:srgbClr val="E8E4DC"/>
                </a:solidFill>
                <a:latin typeface="Georgia"/>
              </a:rPr>
              <a:t>A project folder with real files -- files you own, not chat logs</a:t>
            </a:r>
          </a:p>
          <a:p>
            <a:pPr marL="228600" indent="-228600" algn="l">
              <a:spcAft>
                <a:spcPts val="1000"/>
              </a:spcAft>
              <a:buFont typeface="Arial"/>
              <a:buChar char="•"/>
            </a:pPr>
            <a:r>
              <a:rPr lang="en-US" sz="1800" dirty="0">
                <a:solidFill>
                  <a:srgbClr val="E8E4DC"/>
                </a:solidFill>
                <a:latin typeface="Georgia"/>
              </a:rPr>
              <a:t>A CLAUDE.md that makes every future conversation smarter</a:t>
            </a:r>
          </a:p>
          <a:p>
            <a:pPr marL="228600" indent="-228600" algn="l">
              <a:spcAft>
                <a:spcPts val="1000"/>
              </a:spcAft>
              <a:buFont typeface="Arial"/>
              <a:buChar char="•"/>
            </a:pPr>
            <a:r>
              <a:rPr lang="en-US" sz="1800" dirty="0">
                <a:solidFill>
                  <a:srgbClr val="E8E4DC"/>
                </a:solidFill>
                <a:latin typeface="Georgia"/>
              </a:rPr>
              <a:t>A workspace that accumulates knowledge over time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alpha val="100000"/>
          </a:srgbClr>
        </a:solidFill>
        <a:effectLst/>
      </p:bgPr>
    </p:bg>
    <p:spTree>
      <p:nvGrpSpPr>
        <p:cNvPr id="1" name=""/>
        <p:cNvGrpSpPr/>
        <p:nvPr/>
      </p:nvGrpSpPr>
      <p:grpSpPr/>
      <p:sp>
        <p:nvSpPr>
          <p:cNvPr id="140" name="ClosingLineTop"/>
          <p:cNvSpPr/>
          <p:nvPr/>
        </p:nvSpPr>
        <p:spPr>
          <a:xfrm>
            <a:off x="5181600" y="1828800"/>
            <a:ext cx="1828800" cy="0"/>
          </a:xfrm>
          <a:prstGeom prst="line">
            <a:avLst/>
          </a:prstGeom>
          <a:ln w="9525">
            <a:solidFill>
              <a:srgbClr val="C9A84C"/>
            </a:solidFill>
          </a:ln>
        </p:spPr>
        <p:txBody>
          <a:bodyPr/>
          <a:lstStyle/>
          <a:p>
            <a:endParaRPr lang="en-US"/>
          </a:p>
        </p:txBody>
      </p:sp>
      <p:sp>
        <p:nvSpPr>
          <p:cNvPr id="141" name="ClosingHead"/>
          <p:cNvSpPr txBox="1"/>
          <p:nvPr/>
        </p:nvSpPr>
        <p:spPr>
          <a:xfrm>
            <a:off x="1371600" y="2057400"/>
            <a:ext cx="9448800" cy="914400"/>
          </a:xfrm>
          <a:prstGeom prst="rect">
            <a:avLst/>
          </a:prstGeom>
          <a:noFill/>
          <a:ln>
            <a:noFill/>
          </a:ln>
        </p:spPr>
        <p:txBody>
          <a:bodyPr anchor="ctr"/>
          <a:lstStyle/>
          <a:p>
            <a:pPr algn="ctr">
              <a:buNone/>
            </a:pPr>
            <a:r>
              <a:rPr lang="en-US" sz="4000" spc="100" dirty="0">
                <a:solidFill>
                  <a:srgbClr val="E8E4DC"/>
                </a:solidFill>
                <a:latin typeface="Georgia"/>
              </a:rPr>
              <a:t>Stop Vibing.
Start Directing.</a:t>
            </a:r>
          </a:p>
        </p:txBody>
      </p:sp>
      <p:sp>
        <p:nvSpPr>
          <p:cNvPr id="142" name="ClosingSub"/>
          <p:cNvSpPr txBox="1"/>
          <p:nvPr/>
        </p:nvSpPr>
        <p:spPr>
          <a:xfrm>
            <a:off x="1371600" y="3048000"/>
            <a:ext cx="9448800" cy="457200"/>
          </a:xfrm>
          <a:prstGeom prst="rect">
            <a:avLst/>
          </a:prstGeom>
          <a:noFill/>
          <a:ln>
            <a:noFill/>
          </a:ln>
        </p:spPr>
        <p:txBody>
          <a:bodyPr anchor="t"/>
          <a:lstStyle/>
          <a:p>
            <a:pPr algn="ctr">
              <a:buNone/>
            </a:pPr>
            <a:r>
              <a:rPr lang="en-US" sz="1800" dirty="0">
                <a:solidFill>
                  <a:srgbClr val="8A857D"/>
                </a:solidFill>
                <a:latin typeface="Georgia"/>
              </a:rPr>
              <a:t>Take home the best practices handout. Keep experimenting.</a:t>
            </a:r>
          </a:p>
        </p:txBody>
      </p:sp>
      <p:sp>
        <p:nvSpPr>
          <p:cNvPr id="143" name="CTAButton"/>
          <p:cNvSpPr/>
          <p:nvPr/>
        </p:nvSpPr>
        <p:spPr>
          <a:xfrm>
            <a:off x="4572000" y="3733800"/>
            <a:ext cx="3048000" cy="457200"/>
          </a:xfrm>
          <a:prstGeom prst="rect">
            <a:avLst/>
          </a:prstGeom>
          <a:solidFill>
            <a:srgbClr val="FFD700"/>
          </a:solidFill>
          <a:ln>
            <a:noFill/>
          </a:ln>
        </p:spPr>
        <p:txBody>
          <a:bodyPr lIns="0" tIns="0" rIns="0" bIns="0" anchor="ctr" anchorCtr="1"/>
          <a:lstStyle/>
          <a:p>
            <a:pPr algn="ctr">
              <a:buNone/>
            </a:pPr>
            <a:r>
              <a:rPr lang="en-US" sz="1400" b="1" spc="400" dirty="0">
                <a:solidFill>
                  <a:srgbClr val="000000"/>
                </a:solidFill>
                <a:latin typeface="Georgia"/>
              </a:rPr>
              <a:t>GET IN TOUCH</a:t>
            </a:r>
          </a:p>
        </p:txBody>
      </p:sp>
      <p:sp>
        <p:nvSpPr>
          <p:cNvPr id="144" name="ClosingLineBot"/>
          <p:cNvSpPr/>
          <p:nvPr/>
        </p:nvSpPr>
        <p:spPr>
          <a:xfrm>
            <a:off x="5181600" y="4572000"/>
            <a:ext cx="1828800" cy="0"/>
          </a:xfrm>
          <a:prstGeom prst="line">
            <a:avLst/>
          </a:prstGeom>
          <a:ln w="9525">
            <a:solidFill>
              <a:srgbClr val="C9A84C"/>
            </a:solidFill>
          </a:ln>
        </p:spPr>
        <p:txBody>
          <a:bodyPr/>
          <a:lstStyle/>
          <a:p>
            <a:endParaRPr lang="en-US"/>
          </a:p>
        </p:txBody>
      </p:sp>
      <p:sp>
        <p:nvSpPr>
          <p:cNvPr id="145" name="ContactInfo"/>
          <p:cNvSpPr txBox="1"/>
          <p:nvPr/>
        </p:nvSpPr>
        <p:spPr>
          <a:xfrm>
            <a:off x="1371600" y="4800600"/>
            <a:ext cx="9448800" cy="457200"/>
          </a:xfrm>
          <a:prstGeom prst="rect">
            <a:avLst/>
          </a:prstGeom>
          <a:noFill/>
          <a:ln>
            <a:noFill/>
          </a:ln>
        </p:spPr>
        <p:txBody>
          <a:bodyPr anchor="t"/>
          <a:lstStyle/>
          <a:p>
            <a:pPr algn="ctr">
              <a:buNone/>
            </a:pPr>
            <a:r>
              <a:rPr lang="en-US" sz="1400" spc="200" dirty="0">
                <a:solidFill>
                  <a:srgbClr val="5A5650"/>
                </a:solidFill>
                <a:latin typeface="Georgia"/>
              </a:rPr>
              <a:t>thebitcoinbreakdown.com</a:t>
            </a:r>
          </a:p>
        </p:txBody>
      </p:sp>
      <p:sp>
        <p:nvSpPr>
          <p:cNvPr id="146" name="ClosingHash"/>
          <p:cNvSpPr txBox="1"/>
          <p:nvPr/>
        </p:nvSpPr>
        <p:spPr>
          <a:xfrm>
            <a:off x="457200" y="6172200"/>
            <a:ext cx="11277600" cy="228600"/>
          </a:xfrm>
          <a:prstGeom prst="rect">
            <a:avLst/>
          </a:prstGeom>
          <a:noFill/>
          <a:ln>
            <a:noFill/>
          </a:ln>
        </p:spPr>
        <p:txBody>
          <a:bodyPr anchor="ctr"/>
          <a:lstStyle/>
          <a:p>
            <a:pPr algn="ctr">
              <a:buNone/>
            </a:pPr>
            <a:r>
              <a:rPr lang="en-US" sz="800" spc="200" dirty="0">
                <a:solidFill>
                  <a:srgbClr val="E8E4DC">
                    <a:alpha val="10000"/>
                  </a:srgbClr>
                </a:solidFill>
                <a:latin typeface="Consolas"/>
              </a:rPr>
              <a:t>0xB3D7F2A1E8C04569  •  PROOF-OF-WORK  •  0x9F1A3C7E5B2D8046</a:t>
            </a:r>
          </a:p>
        </p:txBody>
      </p:sp>
      <p:sp>
        <p:nvSpPr>
          <p:cNvPr id="900" name="C901"/>
          <p:cNvSpPr/>
          <p:nvPr/>
        </p:nvSpPr>
        <p:spPr>
          <a:xfrm>
            <a:off x="152400" y="228600"/>
            <a:ext cx="685800" cy="0"/>
          </a:xfrm>
          <a:prstGeom prst="line">
            <a:avLst/>
          </a:prstGeom>
          <a:ln w="6350">
            <a:solidFill>
              <a:srgbClr val="C9A84C">
                <a:alpha val="30000"/>
              </a:srgbClr>
            </a:solidFill>
          </a:ln>
        </p:spPr>
        <p:txBody>
          <a:bodyPr/>
          <a:lstStyle/>
          <a:p>
            <a:endParaRPr lang="en-US"/>
          </a:p>
        </p:txBody>
      </p:sp>
      <p:sp>
        <p:nvSpPr>
          <p:cNvPr id="901" name="C902"/>
          <p:cNvSpPr/>
          <p:nvPr/>
        </p:nvSpPr>
        <p:spPr>
          <a:xfrm>
            <a:off x="228600" y="152400"/>
            <a:ext cx="0" cy="685800"/>
          </a:xfrm>
          <a:prstGeom prst="line">
            <a:avLst/>
          </a:prstGeom>
          <a:ln w="6350">
            <a:solidFill>
              <a:srgbClr val="C9A84C">
                <a:alpha val="30000"/>
              </a:srgbClr>
            </a:solidFill>
          </a:ln>
        </p:spPr>
        <p:txBody>
          <a:bodyPr/>
          <a:lstStyle/>
          <a:p>
            <a:endParaRPr lang="en-US"/>
          </a:p>
        </p:txBody>
      </p:sp>
      <p:sp>
        <p:nvSpPr>
          <p:cNvPr id="902" name="C903"/>
          <p:cNvSpPr/>
          <p:nvPr/>
        </p:nvSpPr>
        <p:spPr>
          <a:xfrm>
            <a:off x="487680" y="533400"/>
            <a:ext cx="91440" cy="0"/>
          </a:xfrm>
          <a:prstGeom prst="line">
            <a:avLst/>
          </a:prstGeom>
          <a:ln w="6350">
            <a:solidFill>
              <a:srgbClr val="C9A84C">
                <a:alpha val="30000"/>
              </a:srgbClr>
            </a:solidFill>
          </a:ln>
        </p:spPr>
        <p:txBody>
          <a:bodyPr/>
          <a:lstStyle/>
          <a:p>
            <a:endParaRPr lang="en-US"/>
          </a:p>
        </p:txBody>
      </p:sp>
      <p:sp>
        <p:nvSpPr>
          <p:cNvPr id="903" name="C904"/>
          <p:cNvSpPr/>
          <p:nvPr/>
        </p:nvSpPr>
        <p:spPr>
          <a:xfrm>
            <a:off x="533400" y="487680"/>
            <a:ext cx="0" cy="91440"/>
          </a:xfrm>
          <a:prstGeom prst="line">
            <a:avLst/>
          </a:prstGeom>
          <a:ln w="6350">
            <a:solidFill>
              <a:srgbClr val="C9A84C">
                <a:alpha val="30000"/>
              </a:srgbClr>
            </a:solidFill>
          </a:ln>
        </p:spPr>
        <p:txBody>
          <a:bodyPr/>
          <a:lstStyle/>
          <a:p>
            <a:endParaRPr lang="en-US"/>
          </a:p>
        </p:txBody>
      </p:sp>
      <p:sp>
        <p:nvSpPr>
          <p:cNvPr id="904" name="C905"/>
          <p:cNvSpPr/>
          <p:nvPr/>
        </p:nvSpPr>
        <p:spPr>
          <a:xfrm>
            <a:off x="11353800" y="6629400"/>
            <a:ext cx="685800" cy="0"/>
          </a:xfrm>
          <a:prstGeom prst="line">
            <a:avLst/>
          </a:prstGeom>
          <a:ln w="6350">
            <a:solidFill>
              <a:srgbClr val="C9A84C">
                <a:alpha val="30000"/>
              </a:srgbClr>
            </a:solidFill>
          </a:ln>
        </p:spPr>
        <p:txBody>
          <a:bodyPr/>
          <a:lstStyle/>
          <a:p>
            <a:endParaRPr lang="en-US"/>
          </a:p>
        </p:txBody>
      </p:sp>
      <p:sp>
        <p:nvSpPr>
          <p:cNvPr id="905" name="C906"/>
          <p:cNvSpPr/>
          <p:nvPr/>
        </p:nvSpPr>
        <p:spPr>
          <a:xfrm>
            <a:off x="11963400" y="6019800"/>
            <a:ext cx="0" cy="685800"/>
          </a:xfrm>
          <a:prstGeom prst="line">
            <a:avLst/>
          </a:prstGeom>
          <a:ln w="6350">
            <a:solidFill>
              <a:srgbClr val="C9A84C">
                <a:alpha val="30000"/>
              </a:srgbClr>
            </a:solidFill>
          </a:ln>
        </p:spPr>
        <p:txBody>
          <a:bodyPr/>
          <a:lstStyle/>
          <a:p>
            <a:endParaRPr lang="en-US"/>
          </a:p>
        </p:txBody>
      </p:sp>
      <p:sp>
        <p:nvSpPr>
          <p:cNvPr id="906" name="C907"/>
          <p:cNvSpPr/>
          <p:nvPr/>
        </p:nvSpPr>
        <p:spPr>
          <a:xfrm>
            <a:off x="11612880" y="6324600"/>
            <a:ext cx="91440" cy="0"/>
          </a:xfrm>
          <a:prstGeom prst="line">
            <a:avLst/>
          </a:prstGeom>
          <a:ln w="6350">
            <a:solidFill>
              <a:srgbClr val="C9A84C">
                <a:alpha val="30000"/>
              </a:srgbClr>
            </a:solidFill>
          </a:ln>
        </p:spPr>
        <p:txBody>
          <a:bodyPr/>
          <a:lstStyle/>
          <a:p>
            <a:endParaRPr lang="en-US"/>
          </a:p>
        </p:txBody>
      </p:sp>
      <p:sp>
        <p:nvSpPr>
          <p:cNvPr id="907" name="C908"/>
          <p:cNvSpPr/>
          <p:nvPr/>
        </p:nvSpPr>
        <p:spPr>
          <a:xfrm>
            <a:off x="11658600" y="6278880"/>
            <a:ext cx="0" cy="91440"/>
          </a:xfrm>
          <a:prstGeom prst="line">
            <a:avLst/>
          </a:prstGeom>
          <a:ln w="6350">
            <a:solidFill>
              <a:srgbClr val="C9A84C">
                <a:alpha val="30000"/>
              </a:srgbClr>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Dark Luxury">
      <a:dk1>
        <a:srgbClr val="E8E4DC"/>
      </a:dk1>
      <a:lt1>
        <a:srgbClr val="000000"/>
      </a:lt1>
      <a:dk2>
        <a:srgbClr val="8A857D"/>
      </a:dk2>
      <a:lt2>
        <a:srgbClr val="0A0A0A"/>
      </a:lt2>
      <a:accent1>
        <a:srgbClr val="FFD700"/>
      </a:accent1>
      <a:accent2>
        <a:srgbClr val="C9A84C"/>
      </a:accent2>
      <a:accent3>
        <a:srgbClr val="5A5650"/>
      </a:accent3>
      <a:accent4>
        <a:srgbClr val="4ADE80"/>
      </a:accent4>
      <a:accent5>
        <a:srgbClr val="60A5FA"/>
      </a:accent5>
      <a:accent6>
        <a:srgbClr val="F87171"/>
      </a:accent6>
      <a:hlink>
        <a:srgbClr val="0563C1"/>
      </a:hlink>
      <a:folHlink>
        <a:srgbClr val="954F72"/>
      </a:folHlink>
    </a:clrScheme>
    <a:fontScheme name="Dark Luxury">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Dark Luxury">
      <a:dk1>
        <a:srgbClr val="E8E4DC"/>
      </a:dk1>
      <a:lt1>
        <a:srgbClr val="000000"/>
      </a:lt1>
      <a:dk2>
        <a:srgbClr val="8A857D"/>
      </a:dk2>
      <a:lt2>
        <a:srgbClr val="0A0A0A"/>
      </a:lt2>
      <a:accent1>
        <a:srgbClr val="FFD700"/>
      </a:accent1>
      <a:accent2>
        <a:srgbClr val="C9A84C"/>
      </a:accent2>
      <a:accent3>
        <a:srgbClr val="5A5650"/>
      </a:accent3>
      <a:accent4>
        <a:srgbClr val="4ADE80"/>
      </a:accent4>
      <a:accent5>
        <a:srgbClr val="60A5FA"/>
      </a:accent5>
      <a:accent6>
        <a:srgbClr val="F87171"/>
      </a:accent6>
      <a:hlink>
        <a:srgbClr val="0563C1"/>
      </a:hlink>
      <a:folHlink>
        <a:srgbClr val="954F72"/>
      </a:folHlink>
    </a:clrScheme>
    <a:fontScheme name="Dark Luxury">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Dark Luxury">
      <a:dk1>
        <a:srgbClr val="E8E4DC"/>
      </a:dk1>
      <a:lt1>
        <a:srgbClr val="000000"/>
      </a:lt1>
      <a:dk2>
        <a:srgbClr val="8A857D"/>
      </a:dk2>
      <a:lt2>
        <a:srgbClr val="0A0A0A"/>
      </a:lt2>
      <a:accent1>
        <a:srgbClr val="FFD700"/>
      </a:accent1>
      <a:accent2>
        <a:srgbClr val="C9A84C"/>
      </a:accent2>
      <a:accent3>
        <a:srgbClr val="5A5650"/>
      </a:accent3>
      <a:accent4>
        <a:srgbClr val="4ADE80"/>
      </a:accent4>
      <a:accent5>
        <a:srgbClr val="60A5FA"/>
      </a:accent5>
      <a:accent6>
        <a:srgbClr val="F87171"/>
      </a:accent6>
      <a:hlink>
        <a:srgbClr val="0563C1"/>
      </a:hlink>
      <a:folHlink>
        <a:srgbClr val="954F72"/>
      </a:folHlink>
    </a:clrScheme>
    <a:fontScheme name="Dark Luxury">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Dark Luxury">
      <a:dk1>
        <a:srgbClr val="E8E4DC"/>
      </a:dk1>
      <a:lt1>
        <a:srgbClr val="000000"/>
      </a:lt1>
      <a:dk2>
        <a:srgbClr val="8A857D"/>
      </a:dk2>
      <a:lt2>
        <a:srgbClr val="0A0A0A"/>
      </a:lt2>
      <a:accent1>
        <a:srgbClr val="FFD700"/>
      </a:accent1>
      <a:accent2>
        <a:srgbClr val="C9A84C"/>
      </a:accent2>
      <a:accent3>
        <a:srgbClr val="5A5650"/>
      </a:accent3>
      <a:accent4>
        <a:srgbClr val="4ADE80"/>
      </a:accent4>
      <a:accent5>
        <a:srgbClr val="60A5FA"/>
      </a:accent5>
      <a:accent6>
        <a:srgbClr val="F87171"/>
      </a:accent6>
      <a:hlink>
        <a:srgbClr val="0563C1"/>
      </a:hlink>
      <a:folHlink>
        <a:srgbClr val="954F72"/>
      </a:folHlink>
    </a:clrScheme>
    <a:fontScheme name="Dark Luxury">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Dark Luxury">
      <a:dk1>
        <a:srgbClr val="E8E4DC"/>
      </a:dk1>
      <a:lt1>
        <a:srgbClr val="000000"/>
      </a:lt1>
      <a:dk2>
        <a:srgbClr val="8A857D"/>
      </a:dk2>
      <a:lt2>
        <a:srgbClr val="0A0A0A"/>
      </a:lt2>
      <a:accent1>
        <a:srgbClr val="FFD700"/>
      </a:accent1>
      <a:accent2>
        <a:srgbClr val="C9A84C"/>
      </a:accent2>
      <a:accent3>
        <a:srgbClr val="5A5650"/>
      </a:accent3>
      <a:accent4>
        <a:srgbClr val="4ADE80"/>
      </a:accent4>
      <a:accent5>
        <a:srgbClr val="60A5FA"/>
      </a:accent5>
      <a:accent6>
        <a:srgbClr val="F87171"/>
      </a:accent6>
      <a:hlink>
        <a:srgbClr val="0563C1"/>
      </a:hlink>
      <a:folHlink>
        <a:srgbClr val="954F72"/>
      </a:folHlink>
    </a:clrScheme>
    <a:fontScheme name="Dark Luxury">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Dark Luxury">
      <a:dk1>
        <a:srgbClr val="E8E4DC"/>
      </a:dk1>
      <a:lt1>
        <a:srgbClr val="000000"/>
      </a:lt1>
      <a:dk2>
        <a:srgbClr val="8A857D"/>
      </a:dk2>
      <a:lt2>
        <a:srgbClr val="0A0A0A"/>
      </a:lt2>
      <a:accent1>
        <a:srgbClr val="FFD700"/>
      </a:accent1>
      <a:accent2>
        <a:srgbClr val="C9A84C"/>
      </a:accent2>
      <a:accent3>
        <a:srgbClr val="5A5650"/>
      </a:accent3>
      <a:accent4>
        <a:srgbClr val="4ADE80"/>
      </a:accent4>
      <a:accent5>
        <a:srgbClr val="60A5FA"/>
      </a:accent5>
      <a:accent6>
        <a:srgbClr val="F87171"/>
      </a:accent6>
      <a:hlink>
        <a:srgbClr val="0563C1"/>
      </a:hlink>
      <a:folHlink>
        <a:srgbClr val="954F72"/>
      </a:folHlink>
    </a:clrScheme>
    <a:fontScheme name="Dark Luxury">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B1655F1-1AF4-401C-B7FD-74B52CC407B8}">
  <we:reference id="wa200010001" version="1.0.0.0" store="en-US" storeType="OMEX"/>
  <we:alternateReferences>
    <we:reference id="wa200010001" version="1.0.0.0" store="wa200010001"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1062</TotalTime>
  <Words>809</Words>
  <Application>Microsoft Office PowerPoint</Application>
  <PresentationFormat>Widescreen</PresentationFormat>
  <Paragraphs>160</Paragraphs>
  <Slides>21</Slides>
  <Notes>0</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21</vt:i4>
      </vt:variant>
    </vt:vector>
  </HeadingPairs>
  <TitlesOfParts>
    <vt:vector size="33" baseType="lpstr">
      <vt:lpstr>Arial</vt:lpstr>
      <vt:lpstr>Calibri</vt:lpstr>
      <vt:lpstr>Calibri Light</vt:lpstr>
      <vt:lpstr>Consolas</vt:lpstr>
      <vt:lpstr>Georgia</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Giancarlo Carnevale</dc:creator>
  <cp:lastModifiedBy>Giancarlo Carnevale</cp:lastModifiedBy>
  <cp:revision>5</cp:revision>
  <dcterms:created xsi:type="dcterms:W3CDTF">2026-02-21T00:14:42Z</dcterms:created>
  <dcterms:modified xsi:type="dcterms:W3CDTF">2026-02-21T18:41:08Z</dcterms:modified>
</cp:coreProperties>
</file>